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ags/tag1.xml" ContentType="application/vnd.openxmlformats-officedocument.presentationml.tags+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2" r:id="rId1"/>
  </p:sldMasterIdLst>
  <p:notesMasterIdLst>
    <p:notesMasterId r:id="rId3"/>
  </p:notesMasterIdLst>
  <p:sldIdLst>
    <p:sldId id="258" r:id="rId2"/>
  </p:sldIdLst>
  <p:sldSz cx="32918400" cy="438912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1AEE2E"/>
    <a:srgbClr val="4472C4"/>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snapVertSplitter="1" vertBarState="minimized">
    <p:restoredLeft sz="12080" autoAdjust="0"/>
    <p:restoredTop sz="94660"/>
  </p:normalViewPr>
  <p:slideViewPr>
    <p:cSldViewPr snapToGrid="0">
      <p:cViewPr varScale="1">
        <p:scale>
          <a:sx n="15" d="100"/>
          <a:sy n="15" d="100"/>
        </p:scale>
        <p:origin x="3984" y="19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3" Type="http://schemas.openxmlformats.org/officeDocument/2006/relationships/notesMaster" Target="notesMasters/notesMaster1.xml"/><Relationship Id="rId7"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theme" Target="theme/theme1.xml"/><Relationship Id="rId5" Type="http://schemas.openxmlformats.org/officeDocument/2006/relationships/viewProps" Target="viewProps.xml"/><Relationship Id="rId4"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D552FD1-400C-4942-BCA7-523627BCA84E}" type="datetimeFigureOut">
              <a:rPr lang="en-US" smtClean="0"/>
              <a:t>10/2/2026</a:t>
            </a:fld>
            <a:endParaRPr lang="en-US"/>
          </a:p>
        </p:txBody>
      </p:sp>
      <p:sp>
        <p:nvSpPr>
          <p:cNvPr id="4" name="Slide Image Placeholder 3"/>
          <p:cNvSpPr>
            <a:spLocks noGrp="1" noRot="1" noChangeAspect="1"/>
          </p:cNvSpPr>
          <p:nvPr>
            <p:ph type="sldImg" idx="2"/>
          </p:nvPr>
        </p:nvSpPr>
        <p:spPr>
          <a:xfrm>
            <a:off x="2271713" y="1143000"/>
            <a:ext cx="2314575"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F23E3C9-22A3-42B8-93B9-BB5BD1C98E43}" type="slidenum">
              <a:rPr lang="en-US" smtClean="0"/>
              <a:t>‹#›</a:t>
            </a:fld>
            <a:endParaRPr lang="en-US"/>
          </a:p>
        </p:txBody>
      </p:sp>
    </p:spTree>
    <p:extLst>
      <p:ext uri="{BB962C8B-B14F-4D97-AF65-F5344CB8AC3E}">
        <p14:creationId xmlns:p14="http://schemas.microsoft.com/office/powerpoint/2010/main" val="3279852599"/>
      </p:ext>
    </p:extLst>
  </p:cSld>
  <p:clrMap bg1="lt1" tx1="dk1" bg2="lt2" tx2="dk2" accent1="accent1" accent2="accent2" accent3="accent3" accent4="accent4" accent5="accent5" accent6="accent6" hlink="hlink" folHlink="folHlink"/>
  <p:notesStyle>
    <a:lvl1pPr marL="0" algn="l" defTabSz="3686861" rtl="0" eaLnBrk="1" latinLnBrk="0" hangingPunct="1">
      <a:defRPr sz="4838" kern="1200">
        <a:solidFill>
          <a:schemeClr val="tx1"/>
        </a:solidFill>
        <a:latin typeface="+mn-lt"/>
        <a:ea typeface="+mn-ea"/>
        <a:cs typeface="+mn-cs"/>
      </a:defRPr>
    </a:lvl1pPr>
    <a:lvl2pPr marL="1843430" algn="l" defTabSz="3686861" rtl="0" eaLnBrk="1" latinLnBrk="0" hangingPunct="1">
      <a:defRPr sz="4838" kern="1200">
        <a:solidFill>
          <a:schemeClr val="tx1"/>
        </a:solidFill>
        <a:latin typeface="+mn-lt"/>
        <a:ea typeface="+mn-ea"/>
        <a:cs typeface="+mn-cs"/>
      </a:defRPr>
    </a:lvl2pPr>
    <a:lvl3pPr marL="3686861" algn="l" defTabSz="3686861" rtl="0" eaLnBrk="1" latinLnBrk="0" hangingPunct="1">
      <a:defRPr sz="4838" kern="1200">
        <a:solidFill>
          <a:schemeClr val="tx1"/>
        </a:solidFill>
        <a:latin typeface="+mn-lt"/>
        <a:ea typeface="+mn-ea"/>
        <a:cs typeface="+mn-cs"/>
      </a:defRPr>
    </a:lvl3pPr>
    <a:lvl4pPr marL="5530291" algn="l" defTabSz="3686861" rtl="0" eaLnBrk="1" latinLnBrk="0" hangingPunct="1">
      <a:defRPr sz="4838" kern="1200">
        <a:solidFill>
          <a:schemeClr val="tx1"/>
        </a:solidFill>
        <a:latin typeface="+mn-lt"/>
        <a:ea typeface="+mn-ea"/>
        <a:cs typeface="+mn-cs"/>
      </a:defRPr>
    </a:lvl4pPr>
    <a:lvl5pPr marL="7373722" algn="l" defTabSz="3686861" rtl="0" eaLnBrk="1" latinLnBrk="0" hangingPunct="1">
      <a:defRPr sz="4838" kern="1200">
        <a:solidFill>
          <a:schemeClr val="tx1"/>
        </a:solidFill>
        <a:latin typeface="+mn-lt"/>
        <a:ea typeface="+mn-ea"/>
        <a:cs typeface="+mn-cs"/>
      </a:defRPr>
    </a:lvl5pPr>
    <a:lvl6pPr marL="9217152" algn="l" defTabSz="3686861" rtl="0" eaLnBrk="1" latinLnBrk="0" hangingPunct="1">
      <a:defRPr sz="4838" kern="1200">
        <a:solidFill>
          <a:schemeClr val="tx1"/>
        </a:solidFill>
        <a:latin typeface="+mn-lt"/>
        <a:ea typeface="+mn-ea"/>
        <a:cs typeface="+mn-cs"/>
      </a:defRPr>
    </a:lvl6pPr>
    <a:lvl7pPr marL="11060582" algn="l" defTabSz="3686861" rtl="0" eaLnBrk="1" latinLnBrk="0" hangingPunct="1">
      <a:defRPr sz="4838" kern="1200">
        <a:solidFill>
          <a:schemeClr val="tx1"/>
        </a:solidFill>
        <a:latin typeface="+mn-lt"/>
        <a:ea typeface="+mn-ea"/>
        <a:cs typeface="+mn-cs"/>
      </a:defRPr>
    </a:lvl7pPr>
    <a:lvl8pPr marL="12904013" algn="l" defTabSz="3686861" rtl="0" eaLnBrk="1" latinLnBrk="0" hangingPunct="1">
      <a:defRPr sz="4838" kern="1200">
        <a:solidFill>
          <a:schemeClr val="tx1"/>
        </a:solidFill>
        <a:latin typeface="+mn-lt"/>
        <a:ea typeface="+mn-ea"/>
        <a:cs typeface="+mn-cs"/>
      </a:defRPr>
    </a:lvl8pPr>
    <a:lvl9pPr marL="14747443" algn="l" defTabSz="3686861" rtl="0" eaLnBrk="1" latinLnBrk="0" hangingPunct="1">
      <a:defRPr sz="4838"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2468880" y="7183123"/>
            <a:ext cx="27980640" cy="15280640"/>
          </a:xfrm>
        </p:spPr>
        <p:txBody>
          <a:bodyPr anchor="b"/>
          <a:lstStyle>
            <a:lvl1pPr algn="ctr">
              <a:defRPr sz="21600"/>
            </a:lvl1pPr>
          </a:lstStyle>
          <a:p>
            <a:r>
              <a:rPr lang="en-US"/>
              <a:t>Click to edit Master title style</a:t>
            </a:r>
            <a:endParaRPr lang="en-US" dirty="0"/>
          </a:p>
        </p:txBody>
      </p:sp>
      <p:sp>
        <p:nvSpPr>
          <p:cNvPr id="3" name="Subtitle 2"/>
          <p:cNvSpPr>
            <a:spLocks noGrp="1"/>
          </p:cNvSpPr>
          <p:nvPr>
            <p:ph type="subTitle" idx="1"/>
          </p:nvPr>
        </p:nvSpPr>
        <p:spPr>
          <a:xfrm>
            <a:off x="4114800" y="23053043"/>
            <a:ext cx="24688800" cy="10596877"/>
          </a:xfrm>
        </p:spPr>
        <p:txBody>
          <a:bodyPr/>
          <a:lstStyle>
            <a:lvl1pPr marL="0" indent="0" algn="ctr">
              <a:buNone/>
              <a:defRPr sz="8640"/>
            </a:lvl1pPr>
            <a:lvl2pPr marL="1645920" indent="0" algn="ctr">
              <a:buNone/>
              <a:defRPr sz="7200"/>
            </a:lvl2pPr>
            <a:lvl3pPr marL="3291840" indent="0" algn="ctr">
              <a:buNone/>
              <a:defRPr sz="6480"/>
            </a:lvl3pPr>
            <a:lvl4pPr marL="4937760" indent="0" algn="ctr">
              <a:buNone/>
              <a:defRPr sz="5760"/>
            </a:lvl4pPr>
            <a:lvl5pPr marL="6583680" indent="0" algn="ctr">
              <a:buNone/>
              <a:defRPr sz="5760"/>
            </a:lvl5pPr>
            <a:lvl6pPr marL="8229600" indent="0" algn="ctr">
              <a:buNone/>
              <a:defRPr sz="5760"/>
            </a:lvl6pPr>
            <a:lvl7pPr marL="9875520" indent="0" algn="ctr">
              <a:buNone/>
              <a:defRPr sz="5760"/>
            </a:lvl7pPr>
            <a:lvl8pPr marL="11521440" indent="0" algn="ctr">
              <a:buNone/>
              <a:defRPr sz="5760"/>
            </a:lvl8pPr>
            <a:lvl9pPr marL="13167360" indent="0" algn="ctr">
              <a:buNone/>
              <a:defRPr sz="576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AC6CAF25-0D60-438F-9E5D-E826D0581D87}" type="datetimeFigureOut">
              <a:rPr lang="en-US" smtClean="0"/>
              <a:t>10/2/2026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93F6F94-AE08-494F-8856-FFCCB54D571E}" type="slidenum">
              <a:rPr lang="en-US" smtClean="0"/>
              <a:t>‹#›</a:t>
            </a:fld>
            <a:endParaRPr lang="en-US"/>
          </a:p>
        </p:txBody>
      </p:sp>
    </p:spTree>
    <p:extLst>
      <p:ext uri="{BB962C8B-B14F-4D97-AF65-F5344CB8AC3E}">
        <p14:creationId xmlns:p14="http://schemas.microsoft.com/office/powerpoint/2010/main" val="289862629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AC6CAF25-0D60-438F-9E5D-E826D0581D87}" type="datetimeFigureOut">
              <a:rPr lang="en-US" smtClean="0"/>
              <a:t>10/2/2026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93F6F94-AE08-494F-8856-FFCCB54D571E}" type="slidenum">
              <a:rPr lang="en-US" smtClean="0"/>
              <a:t>‹#›</a:t>
            </a:fld>
            <a:endParaRPr lang="en-US"/>
          </a:p>
        </p:txBody>
      </p:sp>
    </p:spTree>
    <p:extLst>
      <p:ext uri="{BB962C8B-B14F-4D97-AF65-F5344CB8AC3E}">
        <p14:creationId xmlns:p14="http://schemas.microsoft.com/office/powerpoint/2010/main" val="192472994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2245997" y="10942333"/>
            <a:ext cx="28392120" cy="18257517"/>
          </a:xfrm>
        </p:spPr>
        <p:txBody>
          <a:bodyPr anchor="b"/>
          <a:lstStyle>
            <a:lvl1pPr>
              <a:defRPr sz="21600"/>
            </a:lvl1pPr>
          </a:lstStyle>
          <a:p>
            <a:r>
              <a:rPr lang="en-US"/>
              <a:t>Click to edit Master title style</a:t>
            </a:r>
            <a:endParaRPr lang="en-US" dirty="0"/>
          </a:p>
        </p:txBody>
      </p:sp>
      <p:sp>
        <p:nvSpPr>
          <p:cNvPr id="3" name="Text Placeholder 2"/>
          <p:cNvSpPr>
            <a:spLocks noGrp="1"/>
          </p:cNvSpPr>
          <p:nvPr>
            <p:ph type="body" idx="1"/>
          </p:nvPr>
        </p:nvSpPr>
        <p:spPr>
          <a:xfrm>
            <a:off x="2245997" y="29372573"/>
            <a:ext cx="28392120" cy="9601197"/>
          </a:xfrm>
        </p:spPr>
        <p:txBody>
          <a:bodyPr/>
          <a:lstStyle>
            <a:lvl1pPr marL="0" indent="0">
              <a:buNone/>
              <a:defRPr sz="8640">
                <a:solidFill>
                  <a:schemeClr val="tx1"/>
                </a:solidFill>
              </a:defRPr>
            </a:lvl1pPr>
            <a:lvl2pPr marL="1645920" indent="0">
              <a:buNone/>
              <a:defRPr sz="7200">
                <a:solidFill>
                  <a:schemeClr val="tx1">
                    <a:tint val="75000"/>
                  </a:schemeClr>
                </a:solidFill>
              </a:defRPr>
            </a:lvl2pPr>
            <a:lvl3pPr marL="3291840" indent="0">
              <a:buNone/>
              <a:defRPr sz="6480">
                <a:solidFill>
                  <a:schemeClr val="tx1">
                    <a:tint val="75000"/>
                  </a:schemeClr>
                </a:solidFill>
              </a:defRPr>
            </a:lvl3pPr>
            <a:lvl4pPr marL="4937760" indent="0">
              <a:buNone/>
              <a:defRPr sz="5760">
                <a:solidFill>
                  <a:schemeClr val="tx1">
                    <a:tint val="75000"/>
                  </a:schemeClr>
                </a:solidFill>
              </a:defRPr>
            </a:lvl4pPr>
            <a:lvl5pPr marL="6583680" indent="0">
              <a:buNone/>
              <a:defRPr sz="5760">
                <a:solidFill>
                  <a:schemeClr val="tx1">
                    <a:tint val="75000"/>
                  </a:schemeClr>
                </a:solidFill>
              </a:defRPr>
            </a:lvl5pPr>
            <a:lvl6pPr marL="8229600" indent="0">
              <a:buNone/>
              <a:defRPr sz="5760">
                <a:solidFill>
                  <a:schemeClr val="tx1">
                    <a:tint val="75000"/>
                  </a:schemeClr>
                </a:solidFill>
              </a:defRPr>
            </a:lvl6pPr>
            <a:lvl7pPr marL="9875520" indent="0">
              <a:buNone/>
              <a:defRPr sz="5760">
                <a:solidFill>
                  <a:schemeClr val="tx1">
                    <a:tint val="75000"/>
                  </a:schemeClr>
                </a:solidFill>
              </a:defRPr>
            </a:lvl7pPr>
            <a:lvl8pPr marL="11521440" indent="0">
              <a:buNone/>
              <a:defRPr sz="5760">
                <a:solidFill>
                  <a:schemeClr val="tx1">
                    <a:tint val="75000"/>
                  </a:schemeClr>
                </a:solidFill>
              </a:defRPr>
            </a:lvl8pPr>
            <a:lvl9pPr marL="13167360" indent="0">
              <a:buNone/>
              <a:defRPr sz="576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AC6CAF25-0D60-438F-9E5D-E826D0581D87}" type="datetimeFigureOut">
              <a:rPr lang="en-US" smtClean="0"/>
              <a:t>10/2/2026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93F6F94-AE08-494F-8856-FFCCB54D571E}" type="slidenum">
              <a:rPr lang="en-US" smtClean="0"/>
              <a:t>‹#›</a:t>
            </a:fld>
            <a:endParaRPr lang="en-US"/>
          </a:p>
        </p:txBody>
      </p:sp>
    </p:spTree>
    <p:extLst>
      <p:ext uri="{BB962C8B-B14F-4D97-AF65-F5344CB8AC3E}">
        <p14:creationId xmlns:p14="http://schemas.microsoft.com/office/powerpoint/2010/main" val="11276792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2263140" y="11684000"/>
            <a:ext cx="13990320" cy="27848563"/>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16664940" y="11684000"/>
            <a:ext cx="13990320" cy="27848563"/>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AC6CAF25-0D60-438F-9E5D-E826D0581D87}" type="datetimeFigureOut">
              <a:rPr lang="en-US" smtClean="0"/>
              <a:t>10/2/2026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93F6F94-AE08-494F-8856-FFCCB54D571E}" type="slidenum">
              <a:rPr lang="en-US" smtClean="0"/>
              <a:t>‹#›</a:t>
            </a:fld>
            <a:endParaRPr lang="en-US"/>
          </a:p>
        </p:txBody>
      </p:sp>
    </p:spTree>
    <p:extLst>
      <p:ext uri="{BB962C8B-B14F-4D97-AF65-F5344CB8AC3E}">
        <p14:creationId xmlns:p14="http://schemas.microsoft.com/office/powerpoint/2010/main" val="377268777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2267428" y="2336810"/>
            <a:ext cx="28392120" cy="8483603"/>
          </a:xfrm>
        </p:spPr>
        <p:txBody>
          <a:bodyPr/>
          <a:lstStyle/>
          <a:p>
            <a:r>
              <a:rPr lang="en-US"/>
              <a:t>Click to edit Master title style</a:t>
            </a:r>
            <a:endParaRPr lang="en-US" dirty="0"/>
          </a:p>
        </p:txBody>
      </p:sp>
      <p:sp>
        <p:nvSpPr>
          <p:cNvPr id="3" name="Text Placeholder 2"/>
          <p:cNvSpPr>
            <a:spLocks noGrp="1"/>
          </p:cNvSpPr>
          <p:nvPr>
            <p:ph type="body" idx="1"/>
          </p:nvPr>
        </p:nvSpPr>
        <p:spPr>
          <a:xfrm>
            <a:off x="2267431" y="10759443"/>
            <a:ext cx="13926024" cy="5273037"/>
          </a:xfrm>
        </p:spPr>
        <p:txBody>
          <a:bodyPr anchor="b"/>
          <a:lstStyle>
            <a:lvl1pPr marL="0" indent="0">
              <a:buNone/>
              <a:defRPr sz="8640" b="1"/>
            </a:lvl1pPr>
            <a:lvl2pPr marL="1645920" indent="0">
              <a:buNone/>
              <a:defRPr sz="7200" b="1"/>
            </a:lvl2pPr>
            <a:lvl3pPr marL="3291840" indent="0">
              <a:buNone/>
              <a:defRPr sz="6480" b="1"/>
            </a:lvl3pPr>
            <a:lvl4pPr marL="4937760" indent="0">
              <a:buNone/>
              <a:defRPr sz="5760" b="1"/>
            </a:lvl4pPr>
            <a:lvl5pPr marL="6583680" indent="0">
              <a:buNone/>
              <a:defRPr sz="5760" b="1"/>
            </a:lvl5pPr>
            <a:lvl6pPr marL="8229600" indent="0">
              <a:buNone/>
              <a:defRPr sz="5760" b="1"/>
            </a:lvl6pPr>
            <a:lvl7pPr marL="9875520" indent="0">
              <a:buNone/>
              <a:defRPr sz="5760" b="1"/>
            </a:lvl7pPr>
            <a:lvl8pPr marL="11521440" indent="0">
              <a:buNone/>
              <a:defRPr sz="5760" b="1"/>
            </a:lvl8pPr>
            <a:lvl9pPr marL="13167360" indent="0">
              <a:buNone/>
              <a:defRPr sz="5760" b="1"/>
            </a:lvl9pPr>
          </a:lstStyle>
          <a:p>
            <a:pPr lvl="0"/>
            <a:r>
              <a:rPr lang="en-US"/>
              <a:t>Edit Master text styles</a:t>
            </a:r>
          </a:p>
        </p:txBody>
      </p:sp>
      <p:sp>
        <p:nvSpPr>
          <p:cNvPr id="4" name="Content Placeholder 3"/>
          <p:cNvSpPr>
            <a:spLocks noGrp="1"/>
          </p:cNvSpPr>
          <p:nvPr>
            <p:ph sz="half" idx="2"/>
          </p:nvPr>
        </p:nvSpPr>
        <p:spPr>
          <a:xfrm>
            <a:off x="2267431" y="16032480"/>
            <a:ext cx="13926024" cy="23581363"/>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16664942" y="10759443"/>
            <a:ext cx="13994608" cy="5273037"/>
          </a:xfrm>
        </p:spPr>
        <p:txBody>
          <a:bodyPr anchor="b"/>
          <a:lstStyle>
            <a:lvl1pPr marL="0" indent="0">
              <a:buNone/>
              <a:defRPr sz="8640" b="1"/>
            </a:lvl1pPr>
            <a:lvl2pPr marL="1645920" indent="0">
              <a:buNone/>
              <a:defRPr sz="7200" b="1"/>
            </a:lvl2pPr>
            <a:lvl3pPr marL="3291840" indent="0">
              <a:buNone/>
              <a:defRPr sz="6480" b="1"/>
            </a:lvl3pPr>
            <a:lvl4pPr marL="4937760" indent="0">
              <a:buNone/>
              <a:defRPr sz="5760" b="1"/>
            </a:lvl4pPr>
            <a:lvl5pPr marL="6583680" indent="0">
              <a:buNone/>
              <a:defRPr sz="5760" b="1"/>
            </a:lvl5pPr>
            <a:lvl6pPr marL="8229600" indent="0">
              <a:buNone/>
              <a:defRPr sz="5760" b="1"/>
            </a:lvl6pPr>
            <a:lvl7pPr marL="9875520" indent="0">
              <a:buNone/>
              <a:defRPr sz="5760" b="1"/>
            </a:lvl7pPr>
            <a:lvl8pPr marL="11521440" indent="0">
              <a:buNone/>
              <a:defRPr sz="5760" b="1"/>
            </a:lvl8pPr>
            <a:lvl9pPr marL="13167360" indent="0">
              <a:buNone/>
              <a:defRPr sz="5760" b="1"/>
            </a:lvl9pPr>
          </a:lstStyle>
          <a:p>
            <a:pPr lvl="0"/>
            <a:r>
              <a:rPr lang="en-US"/>
              <a:t>Edit Master text styles</a:t>
            </a:r>
          </a:p>
        </p:txBody>
      </p:sp>
      <p:sp>
        <p:nvSpPr>
          <p:cNvPr id="6" name="Content Placeholder 5"/>
          <p:cNvSpPr>
            <a:spLocks noGrp="1"/>
          </p:cNvSpPr>
          <p:nvPr>
            <p:ph sz="quarter" idx="4"/>
          </p:nvPr>
        </p:nvSpPr>
        <p:spPr>
          <a:xfrm>
            <a:off x="16664942" y="16032480"/>
            <a:ext cx="13994608" cy="23581363"/>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AC6CAF25-0D60-438F-9E5D-E826D0581D87}" type="datetimeFigureOut">
              <a:rPr lang="en-US" smtClean="0"/>
              <a:t>10/2/2026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593F6F94-AE08-494F-8856-FFCCB54D571E}" type="slidenum">
              <a:rPr lang="en-US" smtClean="0"/>
              <a:t>‹#›</a:t>
            </a:fld>
            <a:endParaRPr lang="en-US"/>
          </a:p>
        </p:txBody>
      </p:sp>
    </p:spTree>
    <p:extLst>
      <p:ext uri="{BB962C8B-B14F-4D97-AF65-F5344CB8AC3E}">
        <p14:creationId xmlns:p14="http://schemas.microsoft.com/office/powerpoint/2010/main" val="214084465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AC6CAF25-0D60-438F-9E5D-E826D0581D87}" type="datetimeFigureOut">
              <a:rPr lang="en-US" smtClean="0"/>
              <a:t>10/2/2026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593F6F94-AE08-494F-8856-FFCCB54D571E}" type="slidenum">
              <a:rPr lang="en-US" smtClean="0"/>
              <a:t>‹#›</a:t>
            </a:fld>
            <a:endParaRPr lang="en-US"/>
          </a:p>
        </p:txBody>
      </p:sp>
    </p:spTree>
    <p:extLst>
      <p:ext uri="{BB962C8B-B14F-4D97-AF65-F5344CB8AC3E}">
        <p14:creationId xmlns:p14="http://schemas.microsoft.com/office/powerpoint/2010/main" val="115753385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AC6CAF25-0D60-438F-9E5D-E826D0581D87}" type="datetimeFigureOut">
              <a:rPr lang="en-US" smtClean="0"/>
              <a:t>10/2/2026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593F6F94-AE08-494F-8856-FFCCB54D571E}" type="slidenum">
              <a:rPr lang="en-US" smtClean="0"/>
              <a:t>‹#›</a:t>
            </a:fld>
            <a:endParaRPr lang="en-US"/>
          </a:p>
        </p:txBody>
      </p:sp>
    </p:spTree>
    <p:extLst>
      <p:ext uri="{BB962C8B-B14F-4D97-AF65-F5344CB8AC3E}">
        <p14:creationId xmlns:p14="http://schemas.microsoft.com/office/powerpoint/2010/main" val="138542114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267428" y="2926080"/>
            <a:ext cx="10617041" cy="10241280"/>
          </a:xfrm>
        </p:spPr>
        <p:txBody>
          <a:bodyPr anchor="b"/>
          <a:lstStyle>
            <a:lvl1pPr>
              <a:defRPr sz="11520"/>
            </a:lvl1pPr>
          </a:lstStyle>
          <a:p>
            <a:r>
              <a:rPr lang="en-US"/>
              <a:t>Click to edit Master title style</a:t>
            </a:r>
            <a:endParaRPr lang="en-US" dirty="0"/>
          </a:p>
        </p:txBody>
      </p:sp>
      <p:sp>
        <p:nvSpPr>
          <p:cNvPr id="3" name="Content Placeholder 2"/>
          <p:cNvSpPr>
            <a:spLocks noGrp="1"/>
          </p:cNvSpPr>
          <p:nvPr>
            <p:ph idx="1"/>
          </p:nvPr>
        </p:nvSpPr>
        <p:spPr>
          <a:xfrm>
            <a:off x="13994608" y="6319530"/>
            <a:ext cx="16664940" cy="31191200"/>
          </a:xfrm>
        </p:spPr>
        <p:txBody>
          <a:bodyPr/>
          <a:lstStyle>
            <a:lvl1pPr>
              <a:defRPr sz="11520"/>
            </a:lvl1pPr>
            <a:lvl2pPr>
              <a:defRPr sz="10080"/>
            </a:lvl2pPr>
            <a:lvl3pPr>
              <a:defRPr sz="8640"/>
            </a:lvl3pPr>
            <a:lvl4pPr>
              <a:defRPr sz="7200"/>
            </a:lvl4pPr>
            <a:lvl5pPr>
              <a:defRPr sz="7200"/>
            </a:lvl5pPr>
            <a:lvl6pPr>
              <a:defRPr sz="7200"/>
            </a:lvl6pPr>
            <a:lvl7pPr>
              <a:defRPr sz="7200"/>
            </a:lvl7pPr>
            <a:lvl8pPr>
              <a:defRPr sz="7200"/>
            </a:lvl8pPr>
            <a:lvl9pPr>
              <a:defRPr sz="72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2267428" y="13167360"/>
            <a:ext cx="10617041" cy="24394163"/>
          </a:xfrm>
        </p:spPr>
        <p:txBody>
          <a:bodyPr/>
          <a:lstStyle>
            <a:lvl1pPr marL="0" indent="0">
              <a:buNone/>
              <a:defRPr sz="5760"/>
            </a:lvl1pPr>
            <a:lvl2pPr marL="1645920" indent="0">
              <a:buNone/>
              <a:defRPr sz="5040"/>
            </a:lvl2pPr>
            <a:lvl3pPr marL="3291840" indent="0">
              <a:buNone/>
              <a:defRPr sz="4320"/>
            </a:lvl3pPr>
            <a:lvl4pPr marL="4937760" indent="0">
              <a:buNone/>
              <a:defRPr sz="3600"/>
            </a:lvl4pPr>
            <a:lvl5pPr marL="6583680" indent="0">
              <a:buNone/>
              <a:defRPr sz="3600"/>
            </a:lvl5pPr>
            <a:lvl6pPr marL="8229600" indent="0">
              <a:buNone/>
              <a:defRPr sz="3600"/>
            </a:lvl6pPr>
            <a:lvl7pPr marL="9875520" indent="0">
              <a:buNone/>
              <a:defRPr sz="3600"/>
            </a:lvl7pPr>
            <a:lvl8pPr marL="11521440" indent="0">
              <a:buNone/>
              <a:defRPr sz="3600"/>
            </a:lvl8pPr>
            <a:lvl9pPr marL="13167360" indent="0">
              <a:buNone/>
              <a:defRPr sz="3600"/>
            </a:lvl9pPr>
          </a:lstStyle>
          <a:p>
            <a:pPr lvl="0"/>
            <a:r>
              <a:rPr lang="en-US"/>
              <a:t>Edit Master text styles</a:t>
            </a:r>
          </a:p>
        </p:txBody>
      </p:sp>
      <p:sp>
        <p:nvSpPr>
          <p:cNvPr id="5" name="Date Placeholder 4"/>
          <p:cNvSpPr>
            <a:spLocks noGrp="1"/>
          </p:cNvSpPr>
          <p:nvPr>
            <p:ph type="dt" sz="half" idx="10"/>
          </p:nvPr>
        </p:nvSpPr>
        <p:spPr/>
        <p:txBody>
          <a:bodyPr/>
          <a:lstStyle/>
          <a:p>
            <a:fld id="{AC6CAF25-0D60-438F-9E5D-E826D0581D87}" type="datetimeFigureOut">
              <a:rPr lang="en-US" smtClean="0"/>
              <a:t>10/2/2026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93F6F94-AE08-494F-8856-FFCCB54D571E}" type="slidenum">
              <a:rPr lang="en-US" smtClean="0"/>
              <a:t>‹#›</a:t>
            </a:fld>
            <a:endParaRPr lang="en-US"/>
          </a:p>
        </p:txBody>
      </p:sp>
    </p:spTree>
    <p:extLst>
      <p:ext uri="{BB962C8B-B14F-4D97-AF65-F5344CB8AC3E}">
        <p14:creationId xmlns:p14="http://schemas.microsoft.com/office/powerpoint/2010/main" val="357973808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267428" y="2926080"/>
            <a:ext cx="10617041" cy="10241280"/>
          </a:xfrm>
        </p:spPr>
        <p:txBody>
          <a:bodyPr anchor="b"/>
          <a:lstStyle>
            <a:lvl1pPr>
              <a:defRPr sz="11520"/>
            </a:lvl1pPr>
          </a:lstStyle>
          <a:p>
            <a:r>
              <a:rPr lang="en-US"/>
              <a:t>Click to edit Master title style</a:t>
            </a:r>
            <a:endParaRPr lang="en-US" dirty="0"/>
          </a:p>
        </p:txBody>
      </p:sp>
      <p:sp>
        <p:nvSpPr>
          <p:cNvPr id="3" name="Picture Placeholder 2"/>
          <p:cNvSpPr>
            <a:spLocks noGrp="1" noChangeAspect="1"/>
          </p:cNvSpPr>
          <p:nvPr>
            <p:ph type="pic" idx="1"/>
          </p:nvPr>
        </p:nvSpPr>
        <p:spPr>
          <a:xfrm>
            <a:off x="13994608" y="6319530"/>
            <a:ext cx="16664940" cy="31191200"/>
          </a:xfrm>
        </p:spPr>
        <p:txBody>
          <a:bodyPr anchor="t"/>
          <a:lstStyle>
            <a:lvl1pPr marL="0" indent="0">
              <a:buNone/>
              <a:defRPr sz="11520"/>
            </a:lvl1pPr>
            <a:lvl2pPr marL="1645920" indent="0">
              <a:buNone/>
              <a:defRPr sz="10080"/>
            </a:lvl2pPr>
            <a:lvl3pPr marL="3291840" indent="0">
              <a:buNone/>
              <a:defRPr sz="8640"/>
            </a:lvl3pPr>
            <a:lvl4pPr marL="4937760" indent="0">
              <a:buNone/>
              <a:defRPr sz="7200"/>
            </a:lvl4pPr>
            <a:lvl5pPr marL="6583680" indent="0">
              <a:buNone/>
              <a:defRPr sz="7200"/>
            </a:lvl5pPr>
            <a:lvl6pPr marL="8229600" indent="0">
              <a:buNone/>
              <a:defRPr sz="7200"/>
            </a:lvl6pPr>
            <a:lvl7pPr marL="9875520" indent="0">
              <a:buNone/>
              <a:defRPr sz="7200"/>
            </a:lvl7pPr>
            <a:lvl8pPr marL="11521440" indent="0">
              <a:buNone/>
              <a:defRPr sz="7200"/>
            </a:lvl8pPr>
            <a:lvl9pPr marL="13167360" indent="0">
              <a:buNone/>
              <a:defRPr sz="7200"/>
            </a:lvl9pPr>
          </a:lstStyle>
          <a:p>
            <a:r>
              <a:rPr lang="en-US"/>
              <a:t>Click icon to add picture</a:t>
            </a:r>
            <a:endParaRPr lang="en-US" dirty="0"/>
          </a:p>
        </p:txBody>
      </p:sp>
      <p:sp>
        <p:nvSpPr>
          <p:cNvPr id="4" name="Text Placeholder 3"/>
          <p:cNvSpPr>
            <a:spLocks noGrp="1"/>
          </p:cNvSpPr>
          <p:nvPr>
            <p:ph type="body" sz="half" idx="2"/>
          </p:nvPr>
        </p:nvSpPr>
        <p:spPr>
          <a:xfrm>
            <a:off x="2267428" y="13167360"/>
            <a:ext cx="10617041" cy="24394163"/>
          </a:xfrm>
        </p:spPr>
        <p:txBody>
          <a:bodyPr/>
          <a:lstStyle>
            <a:lvl1pPr marL="0" indent="0">
              <a:buNone/>
              <a:defRPr sz="5760"/>
            </a:lvl1pPr>
            <a:lvl2pPr marL="1645920" indent="0">
              <a:buNone/>
              <a:defRPr sz="5040"/>
            </a:lvl2pPr>
            <a:lvl3pPr marL="3291840" indent="0">
              <a:buNone/>
              <a:defRPr sz="4320"/>
            </a:lvl3pPr>
            <a:lvl4pPr marL="4937760" indent="0">
              <a:buNone/>
              <a:defRPr sz="3600"/>
            </a:lvl4pPr>
            <a:lvl5pPr marL="6583680" indent="0">
              <a:buNone/>
              <a:defRPr sz="3600"/>
            </a:lvl5pPr>
            <a:lvl6pPr marL="8229600" indent="0">
              <a:buNone/>
              <a:defRPr sz="3600"/>
            </a:lvl6pPr>
            <a:lvl7pPr marL="9875520" indent="0">
              <a:buNone/>
              <a:defRPr sz="3600"/>
            </a:lvl7pPr>
            <a:lvl8pPr marL="11521440" indent="0">
              <a:buNone/>
              <a:defRPr sz="3600"/>
            </a:lvl8pPr>
            <a:lvl9pPr marL="13167360" indent="0">
              <a:buNone/>
              <a:defRPr sz="3600"/>
            </a:lvl9pPr>
          </a:lstStyle>
          <a:p>
            <a:pPr lvl="0"/>
            <a:r>
              <a:rPr lang="en-US"/>
              <a:t>Edit Master text styles</a:t>
            </a:r>
          </a:p>
        </p:txBody>
      </p:sp>
      <p:sp>
        <p:nvSpPr>
          <p:cNvPr id="5" name="Date Placeholder 4"/>
          <p:cNvSpPr>
            <a:spLocks noGrp="1"/>
          </p:cNvSpPr>
          <p:nvPr>
            <p:ph type="dt" sz="half" idx="10"/>
          </p:nvPr>
        </p:nvSpPr>
        <p:spPr/>
        <p:txBody>
          <a:bodyPr/>
          <a:lstStyle/>
          <a:p>
            <a:fld id="{AC6CAF25-0D60-438F-9E5D-E826D0581D87}" type="datetimeFigureOut">
              <a:rPr lang="en-US" smtClean="0"/>
              <a:t>10/2/2026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93F6F94-AE08-494F-8856-FFCCB54D571E}" type="slidenum">
              <a:rPr lang="en-US" smtClean="0"/>
              <a:t>‹#›</a:t>
            </a:fld>
            <a:endParaRPr lang="en-US"/>
          </a:p>
        </p:txBody>
      </p:sp>
    </p:spTree>
    <p:extLst>
      <p:ext uri="{BB962C8B-B14F-4D97-AF65-F5344CB8AC3E}">
        <p14:creationId xmlns:p14="http://schemas.microsoft.com/office/powerpoint/2010/main" val="164042626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AC6CAF25-0D60-438F-9E5D-E826D0581D87}" type="datetimeFigureOut">
              <a:rPr lang="en-US" smtClean="0"/>
              <a:t>10/2/2026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93F6F94-AE08-494F-8856-FFCCB54D571E}" type="slidenum">
              <a:rPr lang="en-US" smtClean="0"/>
              <a:t>‹#›</a:t>
            </a:fld>
            <a:endParaRPr lang="en-US"/>
          </a:p>
        </p:txBody>
      </p:sp>
    </p:spTree>
    <p:extLst>
      <p:ext uri="{BB962C8B-B14F-4D97-AF65-F5344CB8AC3E}">
        <p14:creationId xmlns:p14="http://schemas.microsoft.com/office/powerpoint/2010/main" val="343406664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23557232" y="2336800"/>
            <a:ext cx="7098030" cy="37195763"/>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2263142" y="2336800"/>
            <a:ext cx="20882610" cy="37195763"/>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AC6CAF25-0D60-438F-9E5D-E826D0581D87}" type="datetimeFigureOut">
              <a:rPr lang="en-US" smtClean="0"/>
              <a:t>10/2/2026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93F6F94-AE08-494F-8856-FFCCB54D571E}" type="slidenum">
              <a:rPr lang="en-US" smtClean="0"/>
              <a:t>‹#›</a:t>
            </a:fld>
            <a:endParaRPr lang="en-US"/>
          </a:p>
        </p:txBody>
      </p:sp>
    </p:spTree>
    <p:extLst>
      <p:ext uri="{BB962C8B-B14F-4D97-AF65-F5344CB8AC3E}">
        <p14:creationId xmlns:p14="http://schemas.microsoft.com/office/powerpoint/2010/main" val="172953793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2263140" y="2336810"/>
            <a:ext cx="28392120" cy="848360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2263140" y="11684000"/>
            <a:ext cx="28392120" cy="27848563"/>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2263140" y="40680650"/>
            <a:ext cx="7406640" cy="2336800"/>
          </a:xfrm>
          <a:prstGeom prst="rect">
            <a:avLst/>
          </a:prstGeom>
        </p:spPr>
        <p:txBody>
          <a:bodyPr vert="horz" lIns="91440" tIns="45720" rIns="91440" bIns="45720" rtlCol="0" anchor="ctr"/>
          <a:lstStyle>
            <a:lvl1pPr algn="l">
              <a:defRPr sz="4320">
                <a:solidFill>
                  <a:schemeClr val="tx1">
                    <a:tint val="75000"/>
                  </a:schemeClr>
                </a:solidFill>
              </a:defRPr>
            </a:lvl1pPr>
          </a:lstStyle>
          <a:p>
            <a:fld id="{AC6CAF25-0D60-438F-9E5D-E826D0581D87}" type="datetimeFigureOut">
              <a:rPr lang="en-US" smtClean="0"/>
              <a:t>10/2/2026</a:t>
            </a:fld>
            <a:endParaRPr lang="en-US"/>
          </a:p>
        </p:txBody>
      </p:sp>
      <p:sp>
        <p:nvSpPr>
          <p:cNvPr id="5" name="Footer Placeholder 4"/>
          <p:cNvSpPr>
            <a:spLocks noGrp="1"/>
          </p:cNvSpPr>
          <p:nvPr>
            <p:ph type="ftr" sz="quarter" idx="3"/>
          </p:nvPr>
        </p:nvSpPr>
        <p:spPr>
          <a:xfrm>
            <a:off x="10904220" y="40680650"/>
            <a:ext cx="11109960" cy="2336800"/>
          </a:xfrm>
          <a:prstGeom prst="rect">
            <a:avLst/>
          </a:prstGeom>
        </p:spPr>
        <p:txBody>
          <a:bodyPr vert="horz" lIns="91440" tIns="45720" rIns="91440" bIns="45720" rtlCol="0" anchor="ctr"/>
          <a:lstStyle>
            <a:lvl1pPr algn="ctr">
              <a:defRPr sz="432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23248620" y="40680650"/>
            <a:ext cx="7406640" cy="2336800"/>
          </a:xfrm>
          <a:prstGeom prst="rect">
            <a:avLst/>
          </a:prstGeom>
        </p:spPr>
        <p:txBody>
          <a:bodyPr vert="horz" lIns="91440" tIns="45720" rIns="91440" bIns="45720" rtlCol="0" anchor="ctr"/>
          <a:lstStyle>
            <a:lvl1pPr algn="r">
              <a:defRPr sz="4320">
                <a:solidFill>
                  <a:schemeClr val="tx1">
                    <a:tint val="75000"/>
                  </a:schemeClr>
                </a:solidFill>
              </a:defRPr>
            </a:lvl1pPr>
          </a:lstStyle>
          <a:p>
            <a:fld id="{593F6F94-AE08-494F-8856-FFCCB54D571E}" type="slidenum">
              <a:rPr lang="en-US" smtClean="0"/>
              <a:t>‹#›</a:t>
            </a:fld>
            <a:endParaRPr lang="en-US"/>
          </a:p>
        </p:txBody>
      </p:sp>
    </p:spTree>
    <p:extLst>
      <p:ext uri="{BB962C8B-B14F-4D97-AF65-F5344CB8AC3E}">
        <p14:creationId xmlns:p14="http://schemas.microsoft.com/office/powerpoint/2010/main" val="480846703"/>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txStyles>
    <p:titleStyle>
      <a:lvl1pPr algn="l" defTabSz="3291840" rtl="0" eaLnBrk="1" latinLnBrk="0" hangingPunct="1">
        <a:lnSpc>
          <a:spcPct val="90000"/>
        </a:lnSpc>
        <a:spcBef>
          <a:spcPct val="0"/>
        </a:spcBef>
        <a:buNone/>
        <a:defRPr sz="15840" kern="1200">
          <a:solidFill>
            <a:schemeClr val="tx1"/>
          </a:solidFill>
          <a:latin typeface="+mj-lt"/>
          <a:ea typeface="+mj-ea"/>
          <a:cs typeface="+mj-cs"/>
        </a:defRPr>
      </a:lvl1pPr>
    </p:titleStyle>
    <p:bodyStyle>
      <a:lvl1pPr marL="822960" indent="-822960" algn="l" defTabSz="3291840" rtl="0" eaLnBrk="1" latinLnBrk="0" hangingPunct="1">
        <a:lnSpc>
          <a:spcPct val="90000"/>
        </a:lnSpc>
        <a:spcBef>
          <a:spcPts val="3600"/>
        </a:spcBef>
        <a:buFont typeface="Arial" panose="020B0604020202020204" pitchFamily="34" charset="0"/>
        <a:buChar char="•"/>
        <a:defRPr sz="10080" kern="1200">
          <a:solidFill>
            <a:schemeClr val="tx1"/>
          </a:solidFill>
          <a:latin typeface="+mn-lt"/>
          <a:ea typeface="+mn-ea"/>
          <a:cs typeface="+mn-cs"/>
        </a:defRPr>
      </a:lvl1pPr>
      <a:lvl2pPr marL="2468880" indent="-822960" algn="l" defTabSz="3291840" rtl="0" eaLnBrk="1" latinLnBrk="0" hangingPunct="1">
        <a:lnSpc>
          <a:spcPct val="90000"/>
        </a:lnSpc>
        <a:spcBef>
          <a:spcPts val="1800"/>
        </a:spcBef>
        <a:buFont typeface="Arial" panose="020B0604020202020204" pitchFamily="34" charset="0"/>
        <a:buChar char="•"/>
        <a:defRPr sz="8640" kern="1200">
          <a:solidFill>
            <a:schemeClr val="tx1"/>
          </a:solidFill>
          <a:latin typeface="+mn-lt"/>
          <a:ea typeface="+mn-ea"/>
          <a:cs typeface="+mn-cs"/>
        </a:defRPr>
      </a:lvl2pPr>
      <a:lvl3pPr marL="4114800" indent="-822960" algn="l" defTabSz="3291840" rtl="0" eaLnBrk="1" latinLnBrk="0" hangingPunct="1">
        <a:lnSpc>
          <a:spcPct val="90000"/>
        </a:lnSpc>
        <a:spcBef>
          <a:spcPts val="1800"/>
        </a:spcBef>
        <a:buFont typeface="Arial" panose="020B0604020202020204" pitchFamily="34" charset="0"/>
        <a:buChar char="•"/>
        <a:defRPr sz="7200" kern="1200">
          <a:solidFill>
            <a:schemeClr val="tx1"/>
          </a:solidFill>
          <a:latin typeface="+mn-lt"/>
          <a:ea typeface="+mn-ea"/>
          <a:cs typeface="+mn-cs"/>
        </a:defRPr>
      </a:lvl3pPr>
      <a:lvl4pPr marL="5760720" indent="-822960" algn="l" defTabSz="3291840" rtl="0" eaLnBrk="1" latinLnBrk="0" hangingPunct="1">
        <a:lnSpc>
          <a:spcPct val="90000"/>
        </a:lnSpc>
        <a:spcBef>
          <a:spcPts val="1800"/>
        </a:spcBef>
        <a:buFont typeface="Arial" panose="020B0604020202020204" pitchFamily="34" charset="0"/>
        <a:buChar char="•"/>
        <a:defRPr sz="6480" kern="1200">
          <a:solidFill>
            <a:schemeClr val="tx1"/>
          </a:solidFill>
          <a:latin typeface="+mn-lt"/>
          <a:ea typeface="+mn-ea"/>
          <a:cs typeface="+mn-cs"/>
        </a:defRPr>
      </a:lvl4pPr>
      <a:lvl5pPr marL="7406640" indent="-822960" algn="l" defTabSz="3291840" rtl="0" eaLnBrk="1" latinLnBrk="0" hangingPunct="1">
        <a:lnSpc>
          <a:spcPct val="90000"/>
        </a:lnSpc>
        <a:spcBef>
          <a:spcPts val="1800"/>
        </a:spcBef>
        <a:buFont typeface="Arial" panose="020B0604020202020204" pitchFamily="34" charset="0"/>
        <a:buChar char="•"/>
        <a:defRPr sz="6480" kern="1200">
          <a:solidFill>
            <a:schemeClr val="tx1"/>
          </a:solidFill>
          <a:latin typeface="+mn-lt"/>
          <a:ea typeface="+mn-ea"/>
          <a:cs typeface="+mn-cs"/>
        </a:defRPr>
      </a:lvl5pPr>
      <a:lvl6pPr marL="9052560" indent="-822960" algn="l" defTabSz="3291840" rtl="0" eaLnBrk="1" latinLnBrk="0" hangingPunct="1">
        <a:lnSpc>
          <a:spcPct val="90000"/>
        </a:lnSpc>
        <a:spcBef>
          <a:spcPts val="1800"/>
        </a:spcBef>
        <a:buFont typeface="Arial" panose="020B0604020202020204" pitchFamily="34" charset="0"/>
        <a:buChar char="•"/>
        <a:defRPr sz="6480" kern="1200">
          <a:solidFill>
            <a:schemeClr val="tx1"/>
          </a:solidFill>
          <a:latin typeface="+mn-lt"/>
          <a:ea typeface="+mn-ea"/>
          <a:cs typeface="+mn-cs"/>
        </a:defRPr>
      </a:lvl6pPr>
      <a:lvl7pPr marL="10698480" indent="-822960" algn="l" defTabSz="3291840" rtl="0" eaLnBrk="1" latinLnBrk="0" hangingPunct="1">
        <a:lnSpc>
          <a:spcPct val="90000"/>
        </a:lnSpc>
        <a:spcBef>
          <a:spcPts val="1800"/>
        </a:spcBef>
        <a:buFont typeface="Arial" panose="020B0604020202020204" pitchFamily="34" charset="0"/>
        <a:buChar char="•"/>
        <a:defRPr sz="6480" kern="1200">
          <a:solidFill>
            <a:schemeClr val="tx1"/>
          </a:solidFill>
          <a:latin typeface="+mn-lt"/>
          <a:ea typeface="+mn-ea"/>
          <a:cs typeface="+mn-cs"/>
        </a:defRPr>
      </a:lvl7pPr>
      <a:lvl8pPr marL="12344400" indent="-822960" algn="l" defTabSz="3291840" rtl="0" eaLnBrk="1" latinLnBrk="0" hangingPunct="1">
        <a:lnSpc>
          <a:spcPct val="90000"/>
        </a:lnSpc>
        <a:spcBef>
          <a:spcPts val="1800"/>
        </a:spcBef>
        <a:buFont typeface="Arial" panose="020B0604020202020204" pitchFamily="34" charset="0"/>
        <a:buChar char="•"/>
        <a:defRPr sz="6480" kern="1200">
          <a:solidFill>
            <a:schemeClr val="tx1"/>
          </a:solidFill>
          <a:latin typeface="+mn-lt"/>
          <a:ea typeface="+mn-ea"/>
          <a:cs typeface="+mn-cs"/>
        </a:defRPr>
      </a:lvl8pPr>
      <a:lvl9pPr marL="13990320" indent="-822960" algn="l" defTabSz="3291840" rtl="0" eaLnBrk="1" latinLnBrk="0" hangingPunct="1">
        <a:lnSpc>
          <a:spcPct val="90000"/>
        </a:lnSpc>
        <a:spcBef>
          <a:spcPts val="1800"/>
        </a:spcBef>
        <a:buFont typeface="Arial" panose="020B0604020202020204" pitchFamily="34" charset="0"/>
        <a:buChar char="•"/>
        <a:defRPr sz="6480" kern="1200">
          <a:solidFill>
            <a:schemeClr val="tx1"/>
          </a:solidFill>
          <a:latin typeface="+mn-lt"/>
          <a:ea typeface="+mn-ea"/>
          <a:cs typeface="+mn-cs"/>
        </a:defRPr>
      </a:lvl9pPr>
    </p:bodyStyle>
    <p:otherStyle>
      <a:defPPr>
        <a:defRPr lang="en-US"/>
      </a:defPPr>
      <a:lvl1pPr marL="0" algn="l" defTabSz="3291840" rtl="0" eaLnBrk="1" latinLnBrk="0" hangingPunct="1">
        <a:defRPr sz="6480" kern="1200">
          <a:solidFill>
            <a:schemeClr val="tx1"/>
          </a:solidFill>
          <a:latin typeface="+mn-lt"/>
          <a:ea typeface="+mn-ea"/>
          <a:cs typeface="+mn-cs"/>
        </a:defRPr>
      </a:lvl1pPr>
      <a:lvl2pPr marL="1645920" algn="l" defTabSz="3291840" rtl="0" eaLnBrk="1" latinLnBrk="0" hangingPunct="1">
        <a:defRPr sz="6480" kern="1200">
          <a:solidFill>
            <a:schemeClr val="tx1"/>
          </a:solidFill>
          <a:latin typeface="+mn-lt"/>
          <a:ea typeface="+mn-ea"/>
          <a:cs typeface="+mn-cs"/>
        </a:defRPr>
      </a:lvl2pPr>
      <a:lvl3pPr marL="3291840" algn="l" defTabSz="3291840" rtl="0" eaLnBrk="1" latinLnBrk="0" hangingPunct="1">
        <a:defRPr sz="6480" kern="1200">
          <a:solidFill>
            <a:schemeClr val="tx1"/>
          </a:solidFill>
          <a:latin typeface="+mn-lt"/>
          <a:ea typeface="+mn-ea"/>
          <a:cs typeface="+mn-cs"/>
        </a:defRPr>
      </a:lvl3pPr>
      <a:lvl4pPr marL="4937760" algn="l" defTabSz="3291840" rtl="0" eaLnBrk="1" latinLnBrk="0" hangingPunct="1">
        <a:defRPr sz="6480" kern="1200">
          <a:solidFill>
            <a:schemeClr val="tx1"/>
          </a:solidFill>
          <a:latin typeface="+mn-lt"/>
          <a:ea typeface="+mn-ea"/>
          <a:cs typeface="+mn-cs"/>
        </a:defRPr>
      </a:lvl4pPr>
      <a:lvl5pPr marL="6583680" algn="l" defTabSz="3291840" rtl="0" eaLnBrk="1" latinLnBrk="0" hangingPunct="1">
        <a:defRPr sz="6480" kern="1200">
          <a:solidFill>
            <a:schemeClr val="tx1"/>
          </a:solidFill>
          <a:latin typeface="+mn-lt"/>
          <a:ea typeface="+mn-ea"/>
          <a:cs typeface="+mn-cs"/>
        </a:defRPr>
      </a:lvl5pPr>
      <a:lvl6pPr marL="8229600" algn="l" defTabSz="3291840" rtl="0" eaLnBrk="1" latinLnBrk="0" hangingPunct="1">
        <a:defRPr sz="6480" kern="1200">
          <a:solidFill>
            <a:schemeClr val="tx1"/>
          </a:solidFill>
          <a:latin typeface="+mn-lt"/>
          <a:ea typeface="+mn-ea"/>
          <a:cs typeface="+mn-cs"/>
        </a:defRPr>
      </a:lvl6pPr>
      <a:lvl7pPr marL="9875520" algn="l" defTabSz="3291840" rtl="0" eaLnBrk="1" latinLnBrk="0" hangingPunct="1">
        <a:defRPr sz="6480" kern="1200">
          <a:solidFill>
            <a:schemeClr val="tx1"/>
          </a:solidFill>
          <a:latin typeface="+mn-lt"/>
          <a:ea typeface="+mn-ea"/>
          <a:cs typeface="+mn-cs"/>
        </a:defRPr>
      </a:lvl7pPr>
      <a:lvl8pPr marL="11521440" algn="l" defTabSz="3291840" rtl="0" eaLnBrk="1" latinLnBrk="0" hangingPunct="1">
        <a:defRPr sz="6480" kern="1200">
          <a:solidFill>
            <a:schemeClr val="tx1"/>
          </a:solidFill>
          <a:latin typeface="+mn-lt"/>
          <a:ea typeface="+mn-ea"/>
          <a:cs typeface="+mn-cs"/>
        </a:defRPr>
      </a:lvl8pPr>
      <a:lvl9pPr marL="13167360" algn="l" defTabSz="3291840" rtl="0" eaLnBrk="1" latinLnBrk="0" hangingPunct="1">
        <a:defRPr sz="648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6.png"/><Relationship Id="rId13" Type="http://schemas.openxmlformats.org/officeDocument/2006/relationships/image" Target="../media/image11.png"/><Relationship Id="rId3" Type="http://schemas.openxmlformats.org/officeDocument/2006/relationships/image" Target="../media/image1.png"/><Relationship Id="rId7" Type="http://schemas.openxmlformats.org/officeDocument/2006/relationships/image" Target="../media/image5.png"/><Relationship Id="rId12" Type="http://schemas.openxmlformats.org/officeDocument/2006/relationships/image" Target="../media/image10.png"/><Relationship Id="rId2" Type="http://schemas.openxmlformats.org/officeDocument/2006/relationships/slideLayout" Target="../slideLayouts/slideLayout2.xml"/><Relationship Id="rId1" Type="http://schemas.openxmlformats.org/officeDocument/2006/relationships/tags" Target="../tags/tag1.xml"/><Relationship Id="rId6" Type="http://schemas.openxmlformats.org/officeDocument/2006/relationships/image" Target="../media/image4.png"/><Relationship Id="rId11" Type="http://schemas.openxmlformats.org/officeDocument/2006/relationships/image" Target="../media/image9.png"/><Relationship Id="rId5" Type="http://schemas.openxmlformats.org/officeDocument/2006/relationships/image" Target="../media/image3.jpeg"/><Relationship Id="rId10" Type="http://schemas.openxmlformats.org/officeDocument/2006/relationships/image" Target="../media/image8.png"/><Relationship Id="rId4" Type="http://schemas.openxmlformats.org/officeDocument/2006/relationships/image" Target="../media/image2.png"/><Relationship Id="rId9" Type="http://schemas.openxmlformats.org/officeDocument/2006/relationships/image" Target="../media/image7.jpg"/><Relationship Id="rId14" Type="http://schemas.openxmlformats.org/officeDocument/2006/relationships/image" Target="../media/image12.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2">
            <a:lumMod val="75000"/>
          </a:schemeClr>
        </a:solidFill>
        <a:effectLst/>
      </p:bgPr>
    </p:bg>
    <p:spTree>
      <p:nvGrpSpPr>
        <p:cNvPr id="1" name=""/>
        <p:cNvGrpSpPr/>
        <p:nvPr/>
      </p:nvGrpSpPr>
      <p:grpSpPr>
        <a:xfrm>
          <a:off x="0" y="0"/>
          <a:ext cx="0" cy="0"/>
          <a:chOff x="0" y="0"/>
          <a:chExt cx="0" cy="0"/>
        </a:xfrm>
      </p:grpSpPr>
      <p:sp>
        <p:nvSpPr>
          <p:cNvPr id="46" name="TextBox 45"/>
          <p:cNvSpPr txBox="1"/>
          <p:nvPr/>
        </p:nvSpPr>
        <p:spPr>
          <a:xfrm>
            <a:off x="273897" y="19955404"/>
            <a:ext cx="16002000" cy="23591520"/>
          </a:xfrm>
          <a:prstGeom prst="rect">
            <a:avLst/>
          </a:prstGeom>
          <a:solidFill>
            <a:schemeClr val="bg1"/>
          </a:solidFill>
          <a:ln w="57150">
            <a:solidFill>
              <a:schemeClr val="tx1"/>
            </a:solidFill>
          </a:ln>
        </p:spPr>
        <p:txBody>
          <a:bodyPr wrap="square" rtlCol="0">
            <a:spAutoFit/>
          </a:bodyPr>
          <a:lstStyle/>
          <a:p>
            <a:pPr marL="457200" indent="-457200">
              <a:buFont typeface="Arial" panose="020B0604020202020204" pitchFamily="34" charset="0"/>
              <a:buChar char="•"/>
            </a:pPr>
            <a:endParaRPr lang="en-US" sz="3200" dirty="0">
              <a:latin typeface="Arial" panose="020B0604020202020204" pitchFamily="34" charset="0"/>
              <a:cs typeface="Arial" panose="020B0604020202020204" pitchFamily="34" charset="0"/>
            </a:endParaRPr>
          </a:p>
          <a:p>
            <a:pPr marL="457200" indent="-457200">
              <a:buFont typeface="Arial" panose="020B0604020202020204" pitchFamily="34" charset="0"/>
              <a:buChar char="•"/>
            </a:pPr>
            <a:endParaRPr lang="en-US" sz="3200" dirty="0">
              <a:latin typeface="Arial" panose="020B0604020202020204" pitchFamily="34" charset="0"/>
              <a:cs typeface="Arial" panose="020B0604020202020204" pitchFamily="34" charset="0"/>
            </a:endParaRPr>
          </a:p>
          <a:p>
            <a:pPr marL="457200" indent="-457200">
              <a:buFont typeface="Arial" panose="020B0604020202020204" pitchFamily="34" charset="0"/>
              <a:buChar char="•"/>
            </a:pPr>
            <a:endParaRPr lang="en-US" sz="3200" dirty="0">
              <a:latin typeface="Arial" panose="020B0604020202020204" pitchFamily="34" charset="0"/>
              <a:cs typeface="Arial" panose="020B0604020202020204" pitchFamily="34" charset="0"/>
            </a:endParaRPr>
          </a:p>
          <a:p>
            <a:pPr marL="457200" indent="-457200">
              <a:buFont typeface="Arial" panose="020B0604020202020204" pitchFamily="34" charset="0"/>
              <a:buChar char="•"/>
            </a:pPr>
            <a:endParaRPr lang="en-US" sz="3200" dirty="0">
              <a:latin typeface="Arial" panose="020B0604020202020204" pitchFamily="34" charset="0"/>
              <a:cs typeface="Arial" panose="020B0604020202020204" pitchFamily="34" charset="0"/>
            </a:endParaRPr>
          </a:p>
          <a:p>
            <a:pPr marL="457200" indent="-457200">
              <a:buFont typeface="Arial" panose="020B0604020202020204" pitchFamily="34" charset="0"/>
              <a:buChar char="•"/>
            </a:pPr>
            <a:endParaRPr lang="en-US" sz="3200" dirty="0">
              <a:latin typeface="Arial" panose="020B0604020202020204" pitchFamily="34" charset="0"/>
              <a:cs typeface="Arial" panose="020B0604020202020204" pitchFamily="34" charset="0"/>
            </a:endParaRPr>
          </a:p>
          <a:p>
            <a:pPr marL="457200" indent="-457200">
              <a:buFont typeface="Arial" panose="020B0604020202020204" pitchFamily="34" charset="0"/>
              <a:buChar char="•"/>
            </a:pPr>
            <a:endParaRPr lang="en-US" sz="3200" dirty="0">
              <a:latin typeface="Arial" panose="020B0604020202020204" pitchFamily="34" charset="0"/>
              <a:cs typeface="Arial" panose="020B0604020202020204" pitchFamily="34" charset="0"/>
            </a:endParaRPr>
          </a:p>
          <a:p>
            <a:pPr marL="457200" indent="-457200">
              <a:buFont typeface="Arial" panose="020B0604020202020204" pitchFamily="34" charset="0"/>
              <a:buChar char="•"/>
            </a:pPr>
            <a:endParaRPr lang="en-US" sz="3200" dirty="0">
              <a:latin typeface="Arial" panose="020B0604020202020204" pitchFamily="34" charset="0"/>
              <a:cs typeface="Arial" panose="020B0604020202020204" pitchFamily="34" charset="0"/>
            </a:endParaRPr>
          </a:p>
          <a:p>
            <a:pPr marL="457200" indent="-457200">
              <a:buFont typeface="Arial" panose="020B0604020202020204" pitchFamily="34" charset="0"/>
              <a:buChar char="•"/>
            </a:pPr>
            <a:endParaRPr lang="en-US" sz="3200" dirty="0">
              <a:latin typeface="Arial" panose="020B0604020202020204" pitchFamily="34" charset="0"/>
              <a:cs typeface="Arial" panose="020B0604020202020204" pitchFamily="34" charset="0"/>
            </a:endParaRPr>
          </a:p>
          <a:p>
            <a:pPr marL="457200" indent="-457200">
              <a:buFont typeface="Arial" panose="020B0604020202020204" pitchFamily="34" charset="0"/>
              <a:buChar char="•"/>
            </a:pPr>
            <a:endParaRPr lang="en-US" sz="3200" dirty="0">
              <a:latin typeface="Arial" panose="020B0604020202020204" pitchFamily="34" charset="0"/>
              <a:cs typeface="Arial" panose="020B0604020202020204" pitchFamily="34" charset="0"/>
            </a:endParaRPr>
          </a:p>
          <a:p>
            <a:pPr marL="457200" indent="-457200">
              <a:buFont typeface="Arial" panose="020B0604020202020204" pitchFamily="34" charset="0"/>
              <a:buChar char="•"/>
            </a:pPr>
            <a:endParaRPr lang="en-US" sz="3200" dirty="0">
              <a:latin typeface="Arial" panose="020B0604020202020204" pitchFamily="34" charset="0"/>
              <a:cs typeface="Arial" panose="020B0604020202020204" pitchFamily="34" charset="0"/>
            </a:endParaRPr>
          </a:p>
          <a:p>
            <a:pPr marL="457200" indent="-457200">
              <a:buFont typeface="Arial" panose="020B0604020202020204" pitchFamily="34" charset="0"/>
              <a:buChar char="•"/>
            </a:pPr>
            <a:endParaRPr lang="en-US" sz="3200" dirty="0">
              <a:latin typeface="Arial" panose="020B0604020202020204" pitchFamily="34" charset="0"/>
              <a:cs typeface="Arial" panose="020B0604020202020204" pitchFamily="34" charset="0"/>
            </a:endParaRPr>
          </a:p>
          <a:p>
            <a:pPr marL="457200" indent="-457200">
              <a:buFont typeface="Arial" panose="020B0604020202020204" pitchFamily="34" charset="0"/>
              <a:buChar char="•"/>
            </a:pPr>
            <a:endParaRPr lang="en-US" sz="3200" dirty="0">
              <a:latin typeface="Arial" panose="020B0604020202020204" pitchFamily="34" charset="0"/>
              <a:cs typeface="Arial" panose="020B0604020202020204" pitchFamily="34" charset="0"/>
            </a:endParaRPr>
          </a:p>
          <a:p>
            <a:pPr marL="457200" indent="-457200">
              <a:buFont typeface="Arial" panose="020B0604020202020204" pitchFamily="34" charset="0"/>
              <a:buChar char="•"/>
            </a:pPr>
            <a:endParaRPr lang="en-US" sz="3200" dirty="0">
              <a:latin typeface="Arial" panose="020B0604020202020204" pitchFamily="34" charset="0"/>
              <a:cs typeface="Arial" panose="020B0604020202020204" pitchFamily="34" charset="0"/>
            </a:endParaRPr>
          </a:p>
          <a:p>
            <a:pPr marL="457200" indent="-457200">
              <a:buFont typeface="Arial" panose="020B0604020202020204" pitchFamily="34" charset="0"/>
              <a:buChar char="•"/>
            </a:pPr>
            <a:endParaRPr lang="en-US" sz="3200" dirty="0">
              <a:latin typeface="Arial" panose="020B0604020202020204" pitchFamily="34" charset="0"/>
              <a:cs typeface="Arial" panose="020B0604020202020204" pitchFamily="34" charset="0"/>
            </a:endParaRPr>
          </a:p>
          <a:p>
            <a:pPr marL="457200" indent="-457200">
              <a:buFont typeface="Arial" panose="020B0604020202020204" pitchFamily="34" charset="0"/>
              <a:buChar char="•"/>
            </a:pPr>
            <a:endParaRPr lang="en-US" sz="3200" dirty="0">
              <a:latin typeface="Arial" panose="020B0604020202020204" pitchFamily="34" charset="0"/>
              <a:cs typeface="Arial" panose="020B0604020202020204" pitchFamily="34" charset="0"/>
            </a:endParaRPr>
          </a:p>
          <a:p>
            <a:pPr marL="457200" indent="-457200">
              <a:buFont typeface="Arial" panose="020B0604020202020204" pitchFamily="34" charset="0"/>
              <a:buChar char="•"/>
            </a:pPr>
            <a:endParaRPr lang="en-US" sz="3200" dirty="0">
              <a:latin typeface="Arial" panose="020B0604020202020204" pitchFamily="34" charset="0"/>
              <a:cs typeface="Arial" panose="020B0604020202020204" pitchFamily="34" charset="0"/>
            </a:endParaRPr>
          </a:p>
          <a:p>
            <a:pPr marL="457200" indent="-457200">
              <a:buFont typeface="Arial" panose="020B0604020202020204" pitchFamily="34" charset="0"/>
              <a:buChar char="•"/>
            </a:pPr>
            <a:endParaRPr lang="en-US" sz="3200" dirty="0">
              <a:latin typeface="Arial" panose="020B0604020202020204" pitchFamily="34" charset="0"/>
              <a:cs typeface="Arial" panose="020B0604020202020204" pitchFamily="34" charset="0"/>
            </a:endParaRPr>
          </a:p>
          <a:p>
            <a:pPr marL="457200" indent="-457200">
              <a:buFont typeface="Arial" panose="020B0604020202020204" pitchFamily="34" charset="0"/>
              <a:buChar char="•"/>
            </a:pPr>
            <a:endParaRPr lang="en-US" sz="3200" dirty="0">
              <a:latin typeface="Arial" panose="020B0604020202020204" pitchFamily="34" charset="0"/>
              <a:cs typeface="Arial" panose="020B0604020202020204" pitchFamily="34" charset="0"/>
            </a:endParaRPr>
          </a:p>
          <a:p>
            <a:pPr marL="457200" indent="-457200">
              <a:buFont typeface="Arial" panose="020B0604020202020204" pitchFamily="34" charset="0"/>
              <a:buChar char="•"/>
            </a:pPr>
            <a:endParaRPr lang="en-US" sz="3200" dirty="0">
              <a:latin typeface="Arial" panose="020B0604020202020204" pitchFamily="34" charset="0"/>
              <a:cs typeface="Arial" panose="020B0604020202020204" pitchFamily="34" charset="0"/>
            </a:endParaRPr>
          </a:p>
          <a:p>
            <a:pPr marL="457200" indent="-457200">
              <a:buFont typeface="Arial" panose="020B0604020202020204" pitchFamily="34" charset="0"/>
              <a:buChar char="•"/>
            </a:pPr>
            <a:endParaRPr lang="en-US" sz="3200" dirty="0">
              <a:latin typeface="Arial" panose="020B0604020202020204" pitchFamily="34" charset="0"/>
              <a:cs typeface="Arial" panose="020B0604020202020204" pitchFamily="34" charset="0"/>
            </a:endParaRPr>
          </a:p>
          <a:p>
            <a:pPr marL="457200" indent="-457200">
              <a:buFont typeface="Arial" panose="020B0604020202020204" pitchFamily="34" charset="0"/>
              <a:buChar char="•"/>
            </a:pPr>
            <a:endParaRPr lang="en-US" sz="3200" dirty="0">
              <a:latin typeface="Arial" panose="020B0604020202020204" pitchFamily="34" charset="0"/>
              <a:cs typeface="Arial" panose="020B0604020202020204" pitchFamily="34" charset="0"/>
            </a:endParaRPr>
          </a:p>
          <a:p>
            <a:pPr marL="457200" indent="-457200">
              <a:buFont typeface="Arial" panose="020B0604020202020204" pitchFamily="34" charset="0"/>
              <a:buChar char="•"/>
            </a:pPr>
            <a:endParaRPr lang="en-US" sz="3200" dirty="0">
              <a:latin typeface="Arial" panose="020B0604020202020204" pitchFamily="34" charset="0"/>
              <a:cs typeface="Arial" panose="020B0604020202020204" pitchFamily="34" charset="0"/>
            </a:endParaRPr>
          </a:p>
          <a:p>
            <a:pPr marL="457200" indent="-457200">
              <a:buFont typeface="Arial" panose="020B0604020202020204" pitchFamily="34" charset="0"/>
              <a:buChar char="•"/>
            </a:pPr>
            <a:endParaRPr lang="en-US" sz="3200" dirty="0">
              <a:latin typeface="Arial" panose="020B0604020202020204" pitchFamily="34" charset="0"/>
              <a:cs typeface="Arial" panose="020B0604020202020204" pitchFamily="34" charset="0"/>
            </a:endParaRPr>
          </a:p>
          <a:p>
            <a:pPr marL="457200" indent="-457200">
              <a:buFont typeface="Arial" panose="020B0604020202020204" pitchFamily="34" charset="0"/>
              <a:buChar char="•"/>
            </a:pPr>
            <a:endParaRPr lang="en-US" sz="3200" dirty="0">
              <a:latin typeface="Arial" panose="020B0604020202020204" pitchFamily="34" charset="0"/>
              <a:cs typeface="Arial" panose="020B0604020202020204" pitchFamily="34" charset="0"/>
            </a:endParaRPr>
          </a:p>
          <a:p>
            <a:pPr marL="457200" indent="-457200">
              <a:buFont typeface="Arial" panose="020B0604020202020204" pitchFamily="34" charset="0"/>
              <a:buChar char="•"/>
            </a:pPr>
            <a:endParaRPr lang="en-US" sz="3200" dirty="0">
              <a:latin typeface="Arial" panose="020B0604020202020204" pitchFamily="34" charset="0"/>
              <a:cs typeface="Arial" panose="020B0604020202020204" pitchFamily="34" charset="0"/>
            </a:endParaRPr>
          </a:p>
          <a:p>
            <a:pPr marL="457200" indent="-457200">
              <a:buFont typeface="Arial" panose="020B0604020202020204" pitchFamily="34" charset="0"/>
              <a:buChar char="•"/>
            </a:pPr>
            <a:endParaRPr lang="en-US" sz="3200" dirty="0">
              <a:latin typeface="Arial" panose="020B0604020202020204" pitchFamily="34" charset="0"/>
              <a:cs typeface="Arial" panose="020B0604020202020204" pitchFamily="34" charset="0"/>
            </a:endParaRPr>
          </a:p>
          <a:p>
            <a:pPr marL="457200" indent="-457200">
              <a:buFont typeface="Arial" panose="020B0604020202020204" pitchFamily="34" charset="0"/>
              <a:buChar char="•"/>
            </a:pPr>
            <a:endParaRPr lang="en-US" sz="3200" dirty="0">
              <a:latin typeface="Arial" panose="020B0604020202020204" pitchFamily="34" charset="0"/>
              <a:cs typeface="Arial" panose="020B0604020202020204" pitchFamily="34" charset="0"/>
            </a:endParaRPr>
          </a:p>
          <a:p>
            <a:pPr marL="457200" indent="-457200">
              <a:buFont typeface="Arial" panose="020B0604020202020204" pitchFamily="34" charset="0"/>
              <a:buChar char="•"/>
            </a:pPr>
            <a:endParaRPr lang="en-US" sz="3200" dirty="0">
              <a:latin typeface="Arial" panose="020B0604020202020204" pitchFamily="34" charset="0"/>
              <a:cs typeface="Arial" panose="020B0604020202020204" pitchFamily="34" charset="0"/>
            </a:endParaRPr>
          </a:p>
          <a:p>
            <a:pPr marL="457200" indent="-457200">
              <a:buFont typeface="Arial" panose="020B0604020202020204" pitchFamily="34" charset="0"/>
              <a:buChar char="•"/>
            </a:pPr>
            <a:endParaRPr lang="en-US" sz="3200" dirty="0">
              <a:latin typeface="Arial" panose="020B0604020202020204" pitchFamily="34" charset="0"/>
              <a:cs typeface="Arial" panose="020B0604020202020204" pitchFamily="34" charset="0"/>
            </a:endParaRPr>
          </a:p>
          <a:p>
            <a:pPr marL="457200" indent="-457200">
              <a:buFont typeface="Arial" panose="020B0604020202020204" pitchFamily="34" charset="0"/>
              <a:buChar char="•"/>
            </a:pPr>
            <a:endParaRPr lang="en-US" sz="3200" dirty="0">
              <a:latin typeface="Arial" panose="020B0604020202020204" pitchFamily="34" charset="0"/>
              <a:cs typeface="Arial" panose="020B0604020202020204" pitchFamily="34" charset="0"/>
            </a:endParaRPr>
          </a:p>
          <a:p>
            <a:pPr marL="457200" indent="-457200">
              <a:buFont typeface="Arial" panose="020B0604020202020204" pitchFamily="34" charset="0"/>
              <a:buChar char="•"/>
            </a:pPr>
            <a:endParaRPr lang="en-US" sz="3200" dirty="0">
              <a:latin typeface="Arial" panose="020B0604020202020204" pitchFamily="34" charset="0"/>
              <a:cs typeface="Arial" panose="020B0604020202020204" pitchFamily="34" charset="0"/>
            </a:endParaRPr>
          </a:p>
          <a:p>
            <a:pPr marL="457200" indent="-457200">
              <a:buFont typeface="Arial" panose="020B0604020202020204" pitchFamily="34" charset="0"/>
              <a:buChar char="•"/>
            </a:pPr>
            <a:endParaRPr lang="en-US" sz="3200" dirty="0">
              <a:latin typeface="Arial" panose="020B0604020202020204" pitchFamily="34" charset="0"/>
              <a:cs typeface="Arial" panose="020B0604020202020204" pitchFamily="34" charset="0"/>
            </a:endParaRPr>
          </a:p>
          <a:p>
            <a:pPr marL="457200" indent="-457200">
              <a:buFont typeface="Arial" panose="020B0604020202020204" pitchFamily="34" charset="0"/>
              <a:buChar char="•"/>
            </a:pPr>
            <a:endParaRPr lang="en-US" sz="3200" dirty="0">
              <a:latin typeface="Arial" panose="020B0604020202020204" pitchFamily="34" charset="0"/>
              <a:cs typeface="Arial" panose="020B0604020202020204" pitchFamily="34" charset="0"/>
            </a:endParaRPr>
          </a:p>
          <a:p>
            <a:pPr marL="457200" indent="-457200">
              <a:buFont typeface="Arial" panose="020B0604020202020204" pitchFamily="34" charset="0"/>
              <a:buChar char="•"/>
            </a:pPr>
            <a:endParaRPr lang="en-US" sz="3200" dirty="0">
              <a:latin typeface="Arial" panose="020B0604020202020204" pitchFamily="34" charset="0"/>
              <a:cs typeface="Arial" panose="020B0604020202020204" pitchFamily="34" charset="0"/>
            </a:endParaRPr>
          </a:p>
          <a:p>
            <a:pPr marL="457200" indent="-457200">
              <a:buFont typeface="Arial" panose="020B0604020202020204" pitchFamily="34" charset="0"/>
              <a:buChar char="•"/>
            </a:pPr>
            <a:endParaRPr lang="en-US" sz="3200" dirty="0">
              <a:latin typeface="Arial" panose="020B0604020202020204" pitchFamily="34" charset="0"/>
              <a:cs typeface="Arial" panose="020B0604020202020204" pitchFamily="34" charset="0"/>
            </a:endParaRPr>
          </a:p>
          <a:p>
            <a:pPr marL="457200" indent="-457200">
              <a:buFont typeface="Arial" panose="020B0604020202020204" pitchFamily="34" charset="0"/>
              <a:buChar char="•"/>
            </a:pPr>
            <a:endParaRPr lang="en-US" sz="3200" dirty="0">
              <a:latin typeface="Arial" panose="020B0604020202020204" pitchFamily="34" charset="0"/>
              <a:cs typeface="Arial" panose="020B0604020202020204" pitchFamily="34" charset="0"/>
            </a:endParaRPr>
          </a:p>
          <a:p>
            <a:pPr marL="457200" indent="-457200">
              <a:buFont typeface="Arial" panose="020B0604020202020204" pitchFamily="34" charset="0"/>
              <a:buChar char="•"/>
            </a:pPr>
            <a:endParaRPr lang="en-US" sz="3200" dirty="0">
              <a:latin typeface="Arial" panose="020B0604020202020204" pitchFamily="34" charset="0"/>
              <a:cs typeface="Arial" panose="020B0604020202020204" pitchFamily="34" charset="0"/>
            </a:endParaRPr>
          </a:p>
          <a:p>
            <a:pPr marL="457200" indent="-457200">
              <a:buFont typeface="Arial" panose="020B0604020202020204" pitchFamily="34" charset="0"/>
              <a:buChar char="•"/>
            </a:pPr>
            <a:endParaRPr lang="en-US" sz="3200" dirty="0">
              <a:latin typeface="Arial" panose="020B0604020202020204" pitchFamily="34" charset="0"/>
              <a:cs typeface="Arial" panose="020B0604020202020204" pitchFamily="34" charset="0"/>
            </a:endParaRPr>
          </a:p>
          <a:p>
            <a:pPr marL="457200" indent="-457200">
              <a:buFont typeface="Arial" panose="020B0604020202020204" pitchFamily="34" charset="0"/>
              <a:buChar char="•"/>
            </a:pPr>
            <a:endParaRPr lang="en-US" sz="3200" dirty="0">
              <a:latin typeface="Arial" panose="020B0604020202020204" pitchFamily="34" charset="0"/>
              <a:cs typeface="Arial" panose="020B0604020202020204" pitchFamily="34" charset="0"/>
            </a:endParaRPr>
          </a:p>
          <a:p>
            <a:pPr marL="457200" indent="-457200">
              <a:buFont typeface="Arial" panose="020B0604020202020204" pitchFamily="34" charset="0"/>
              <a:buChar char="•"/>
            </a:pPr>
            <a:endParaRPr lang="en-US" sz="3200" dirty="0">
              <a:latin typeface="Arial" panose="020B0604020202020204" pitchFamily="34" charset="0"/>
              <a:cs typeface="Arial" panose="020B0604020202020204" pitchFamily="34" charset="0"/>
            </a:endParaRPr>
          </a:p>
          <a:p>
            <a:pPr marL="457200" indent="-457200">
              <a:buFont typeface="Arial" panose="020B0604020202020204" pitchFamily="34" charset="0"/>
              <a:buChar char="•"/>
            </a:pPr>
            <a:endParaRPr lang="en-US" sz="3200" dirty="0">
              <a:latin typeface="Arial" panose="020B0604020202020204" pitchFamily="34" charset="0"/>
              <a:cs typeface="Arial" panose="020B0604020202020204" pitchFamily="34" charset="0"/>
            </a:endParaRPr>
          </a:p>
          <a:p>
            <a:endParaRPr lang="en-US" sz="3200" dirty="0">
              <a:latin typeface="Arial" panose="020B0604020202020204" pitchFamily="34" charset="0"/>
              <a:cs typeface="Arial" panose="020B0604020202020204" pitchFamily="34" charset="0"/>
            </a:endParaRPr>
          </a:p>
          <a:p>
            <a:endParaRPr lang="en-US" sz="3200" dirty="0">
              <a:latin typeface="Arial" panose="020B0604020202020204" pitchFamily="34" charset="0"/>
              <a:cs typeface="Arial" panose="020B0604020202020204" pitchFamily="34" charset="0"/>
            </a:endParaRPr>
          </a:p>
        </p:txBody>
      </p:sp>
      <p:sp>
        <p:nvSpPr>
          <p:cNvPr id="45" name="TextBox 44"/>
          <p:cNvSpPr txBox="1"/>
          <p:nvPr/>
        </p:nvSpPr>
        <p:spPr>
          <a:xfrm>
            <a:off x="16665421" y="5249045"/>
            <a:ext cx="16002000" cy="13423392"/>
          </a:xfrm>
          <a:prstGeom prst="rect">
            <a:avLst/>
          </a:prstGeom>
          <a:solidFill>
            <a:schemeClr val="bg1"/>
          </a:solidFill>
          <a:ln w="57150">
            <a:solidFill>
              <a:schemeClr val="tx1"/>
            </a:solidFill>
          </a:ln>
        </p:spPr>
        <p:txBody>
          <a:bodyPr wrap="square" rtlCol="0">
            <a:spAutoFit/>
          </a:bodyPr>
          <a:lstStyle/>
          <a:p>
            <a:pPr marL="457200" indent="-457200">
              <a:buFont typeface="Arial" panose="020B0604020202020204" pitchFamily="34" charset="0"/>
              <a:buChar char="•"/>
            </a:pPr>
            <a:endParaRPr lang="en-US" sz="3200" dirty="0">
              <a:latin typeface="Arial" panose="020B0604020202020204" pitchFamily="34" charset="0"/>
              <a:cs typeface="Arial" panose="020B0604020202020204" pitchFamily="34" charset="0"/>
            </a:endParaRPr>
          </a:p>
          <a:p>
            <a:pPr marL="457200" indent="-457200">
              <a:buFont typeface="Arial" panose="020B0604020202020204" pitchFamily="34" charset="0"/>
              <a:buChar char="•"/>
            </a:pPr>
            <a:endParaRPr lang="en-US" sz="3200" dirty="0">
              <a:latin typeface="Arial" panose="020B0604020202020204" pitchFamily="34" charset="0"/>
              <a:cs typeface="Arial" panose="020B0604020202020204" pitchFamily="34" charset="0"/>
            </a:endParaRPr>
          </a:p>
          <a:p>
            <a:pPr marL="457200" indent="-457200">
              <a:buFont typeface="Arial" panose="020B0604020202020204" pitchFamily="34" charset="0"/>
              <a:buChar char="•"/>
            </a:pPr>
            <a:endParaRPr lang="en-US" sz="3200" dirty="0">
              <a:latin typeface="Arial" panose="020B0604020202020204" pitchFamily="34" charset="0"/>
              <a:cs typeface="Arial" panose="020B0604020202020204" pitchFamily="34" charset="0"/>
            </a:endParaRPr>
          </a:p>
          <a:p>
            <a:pPr marL="457200" indent="-457200">
              <a:buFont typeface="Arial" panose="020B0604020202020204" pitchFamily="34" charset="0"/>
              <a:buChar char="•"/>
            </a:pPr>
            <a:endParaRPr lang="en-US" sz="3200" dirty="0">
              <a:latin typeface="Arial" panose="020B0604020202020204" pitchFamily="34" charset="0"/>
              <a:cs typeface="Arial" panose="020B0604020202020204" pitchFamily="34" charset="0"/>
            </a:endParaRPr>
          </a:p>
          <a:p>
            <a:pPr marL="457200" indent="-457200">
              <a:buFont typeface="Arial" panose="020B0604020202020204" pitchFamily="34" charset="0"/>
              <a:buChar char="•"/>
            </a:pPr>
            <a:endParaRPr lang="en-US" sz="3200" dirty="0">
              <a:latin typeface="Arial" panose="020B0604020202020204" pitchFamily="34" charset="0"/>
              <a:cs typeface="Arial" panose="020B0604020202020204" pitchFamily="34" charset="0"/>
            </a:endParaRPr>
          </a:p>
          <a:p>
            <a:pPr marL="457200" indent="-457200">
              <a:buFont typeface="Arial" panose="020B0604020202020204" pitchFamily="34" charset="0"/>
              <a:buChar char="•"/>
            </a:pPr>
            <a:endParaRPr lang="en-US" sz="3200" dirty="0">
              <a:latin typeface="Arial" panose="020B0604020202020204" pitchFamily="34" charset="0"/>
              <a:cs typeface="Arial" panose="020B0604020202020204" pitchFamily="34" charset="0"/>
            </a:endParaRPr>
          </a:p>
          <a:p>
            <a:pPr marL="457200" indent="-457200">
              <a:buFont typeface="Arial" panose="020B0604020202020204" pitchFamily="34" charset="0"/>
              <a:buChar char="•"/>
            </a:pPr>
            <a:endParaRPr lang="en-US" sz="3200" dirty="0">
              <a:latin typeface="Arial" panose="020B0604020202020204" pitchFamily="34" charset="0"/>
              <a:cs typeface="Arial" panose="020B0604020202020204" pitchFamily="34" charset="0"/>
            </a:endParaRPr>
          </a:p>
          <a:p>
            <a:pPr marL="457200" indent="-457200">
              <a:buFont typeface="Arial" panose="020B0604020202020204" pitchFamily="34" charset="0"/>
              <a:buChar char="•"/>
            </a:pPr>
            <a:endParaRPr lang="en-US" sz="3200" dirty="0">
              <a:latin typeface="Arial" panose="020B0604020202020204" pitchFamily="34" charset="0"/>
              <a:cs typeface="Arial" panose="020B0604020202020204" pitchFamily="34" charset="0"/>
            </a:endParaRPr>
          </a:p>
          <a:p>
            <a:pPr marL="457200" indent="-457200">
              <a:buFont typeface="Arial" panose="020B0604020202020204" pitchFamily="34" charset="0"/>
              <a:buChar char="•"/>
            </a:pPr>
            <a:endParaRPr lang="en-US" sz="3200" dirty="0">
              <a:latin typeface="Arial" panose="020B0604020202020204" pitchFamily="34" charset="0"/>
              <a:cs typeface="Arial" panose="020B0604020202020204" pitchFamily="34" charset="0"/>
            </a:endParaRPr>
          </a:p>
          <a:p>
            <a:pPr marL="457200" indent="-457200">
              <a:buFont typeface="Arial" panose="020B0604020202020204" pitchFamily="34" charset="0"/>
              <a:buChar char="•"/>
            </a:pPr>
            <a:endParaRPr lang="en-US" sz="3200" dirty="0">
              <a:latin typeface="Arial" panose="020B0604020202020204" pitchFamily="34" charset="0"/>
              <a:cs typeface="Arial" panose="020B0604020202020204" pitchFamily="34" charset="0"/>
            </a:endParaRPr>
          </a:p>
          <a:p>
            <a:pPr marL="457200" indent="-457200">
              <a:buFont typeface="Arial" panose="020B0604020202020204" pitchFamily="34" charset="0"/>
              <a:buChar char="•"/>
            </a:pPr>
            <a:endParaRPr lang="en-US" sz="3200" dirty="0">
              <a:latin typeface="Arial" panose="020B0604020202020204" pitchFamily="34" charset="0"/>
              <a:cs typeface="Arial" panose="020B0604020202020204" pitchFamily="34" charset="0"/>
            </a:endParaRPr>
          </a:p>
          <a:p>
            <a:pPr marL="457200" indent="-457200">
              <a:buFont typeface="Arial" panose="020B0604020202020204" pitchFamily="34" charset="0"/>
              <a:buChar char="•"/>
            </a:pPr>
            <a:endParaRPr lang="en-US" sz="3200" dirty="0">
              <a:latin typeface="Arial" panose="020B0604020202020204" pitchFamily="34" charset="0"/>
              <a:cs typeface="Arial" panose="020B0604020202020204" pitchFamily="34" charset="0"/>
            </a:endParaRPr>
          </a:p>
          <a:p>
            <a:pPr marL="457200" indent="-457200">
              <a:buFont typeface="Arial" panose="020B0604020202020204" pitchFamily="34" charset="0"/>
              <a:buChar char="•"/>
            </a:pPr>
            <a:endParaRPr lang="en-US" sz="3200" dirty="0">
              <a:latin typeface="Arial" panose="020B0604020202020204" pitchFamily="34" charset="0"/>
              <a:cs typeface="Arial" panose="020B0604020202020204" pitchFamily="34" charset="0"/>
            </a:endParaRPr>
          </a:p>
          <a:p>
            <a:pPr marL="457200" indent="-457200">
              <a:buFont typeface="Arial" panose="020B0604020202020204" pitchFamily="34" charset="0"/>
              <a:buChar char="•"/>
            </a:pPr>
            <a:endParaRPr lang="en-US" sz="3200" dirty="0">
              <a:latin typeface="Arial" panose="020B0604020202020204" pitchFamily="34" charset="0"/>
              <a:cs typeface="Arial" panose="020B0604020202020204" pitchFamily="34" charset="0"/>
            </a:endParaRPr>
          </a:p>
          <a:p>
            <a:pPr marL="457200" indent="-457200">
              <a:buFont typeface="Arial" panose="020B0604020202020204" pitchFamily="34" charset="0"/>
              <a:buChar char="•"/>
            </a:pPr>
            <a:endParaRPr lang="en-US" sz="3200" dirty="0">
              <a:latin typeface="Arial" panose="020B0604020202020204" pitchFamily="34" charset="0"/>
              <a:cs typeface="Arial" panose="020B0604020202020204" pitchFamily="34" charset="0"/>
            </a:endParaRPr>
          </a:p>
          <a:p>
            <a:pPr marL="457200" indent="-457200">
              <a:buFont typeface="Arial" panose="020B0604020202020204" pitchFamily="34" charset="0"/>
              <a:buChar char="•"/>
            </a:pPr>
            <a:endParaRPr lang="en-US" sz="3200" dirty="0">
              <a:latin typeface="Arial" panose="020B0604020202020204" pitchFamily="34" charset="0"/>
              <a:cs typeface="Arial" panose="020B0604020202020204" pitchFamily="34" charset="0"/>
            </a:endParaRPr>
          </a:p>
          <a:p>
            <a:pPr marL="457200" indent="-457200">
              <a:buFont typeface="Arial" panose="020B0604020202020204" pitchFamily="34" charset="0"/>
              <a:buChar char="•"/>
            </a:pPr>
            <a:endParaRPr lang="en-US" sz="3200" dirty="0">
              <a:latin typeface="Arial" panose="020B0604020202020204" pitchFamily="34" charset="0"/>
              <a:cs typeface="Arial" panose="020B0604020202020204" pitchFamily="34" charset="0"/>
            </a:endParaRPr>
          </a:p>
          <a:p>
            <a:pPr marL="457200" indent="-457200">
              <a:buFont typeface="Arial" panose="020B0604020202020204" pitchFamily="34" charset="0"/>
              <a:buChar char="•"/>
            </a:pPr>
            <a:endParaRPr lang="en-US" sz="3200" dirty="0">
              <a:latin typeface="Arial" panose="020B0604020202020204" pitchFamily="34" charset="0"/>
              <a:cs typeface="Arial" panose="020B0604020202020204" pitchFamily="34" charset="0"/>
            </a:endParaRPr>
          </a:p>
          <a:p>
            <a:pPr marL="457200" indent="-457200">
              <a:buFont typeface="Arial" panose="020B0604020202020204" pitchFamily="34" charset="0"/>
              <a:buChar char="•"/>
            </a:pPr>
            <a:endParaRPr lang="en-US" sz="3200" dirty="0">
              <a:latin typeface="Arial" panose="020B0604020202020204" pitchFamily="34" charset="0"/>
              <a:cs typeface="Arial" panose="020B0604020202020204" pitchFamily="34" charset="0"/>
            </a:endParaRPr>
          </a:p>
          <a:p>
            <a:pPr marL="457200" indent="-457200">
              <a:buFont typeface="Arial" panose="020B0604020202020204" pitchFamily="34" charset="0"/>
              <a:buChar char="•"/>
            </a:pPr>
            <a:endParaRPr lang="en-US" sz="3200" dirty="0">
              <a:latin typeface="Arial" panose="020B0604020202020204" pitchFamily="34" charset="0"/>
              <a:cs typeface="Arial" panose="020B0604020202020204" pitchFamily="34" charset="0"/>
            </a:endParaRPr>
          </a:p>
          <a:p>
            <a:pPr marL="457200" indent="-457200">
              <a:buFont typeface="Arial" panose="020B0604020202020204" pitchFamily="34" charset="0"/>
              <a:buChar char="•"/>
            </a:pPr>
            <a:endParaRPr lang="en-US" sz="3200" dirty="0">
              <a:latin typeface="Arial" panose="020B0604020202020204" pitchFamily="34" charset="0"/>
              <a:cs typeface="Arial" panose="020B0604020202020204" pitchFamily="34" charset="0"/>
            </a:endParaRPr>
          </a:p>
          <a:p>
            <a:pPr marL="457200" indent="-457200">
              <a:buFont typeface="Arial" panose="020B0604020202020204" pitchFamily="34" charset="0"/>
              <a:buChar char="•"/>
            </a:pPr>
            <a:endParaRPr lang="en-US" sz="3200" dirty="0">
              <a:latin typeface="Arial" panose="020B0604020202020204" pitchFamily="34" charset="0"/>
              <a:cs typeface="Arial" panose="020B0604020202020204" pitchFamily="34" charset="0"/>
            </a:endParaRPr>
          </a:p>
          <a:p>
            <a:endParaRPr lang="en-US" sz="3200" dirty="0">
              <a:latin typeface="Arial" panose="020B0604020202020204" pitchFamily="34" charset="0"/>
              <a:cs typeface="Arial" panose="020B0604020202020204" pitchFamily="34" charset="0"/>
            </a:endParaRPr>
          </a:p>
          <a:p>
            <a:pPr marL="457200" indent="-457200">
              <a:buFont typeface="Arial" panose="020B0604020202020204" pitchFamily="34" charset="0"/>
              <a:buChar char="•"/>
            </a:pPr>
            <a:endParaRPr lang="en-US" sz="3200" dirty="0">
              <a:latin typeface="Arial" panose="020B0604020202020204" pitchFamily="34" charset="0"/>
              <a:cs typeface="Arial" panose="020B0604020202020204" pitchFamily="34" charset="0"/>
            </a:endParaRPr>
          </a:p>
          <a:p>
            <a:pPr marL="457200" indent="-457200">
              <a:buFont typeface="Arial" panose="020B0604020202020204" pitchFamily="34" charset="0"/>
              <a:buChar char="•"/>
            </a:pPr>
            <a:endParaRPr lang="en-US" sz="3200" dirty="0">
              <a:latin typeface="Arial" panose="020B0604020202020204" pitchFamily="34" charset="0"/>
              <a:cs typeface="Arial" panose="020B0604020202020204" pitchFamily="34" charset="0"/>
            </a:endParaRPr>
          </a:p>
          <a:p>
            <a:pPr marL="457200" indent="-457200">
              <a:buFont typeface="Arial" panose="020B0604020202020204" pitchFamily="34" charset="0"/>
              <a:buChar char="•"/>
            </a:pPr>
            <a:endParaRPr lang="en-US" sz="3200" dirty="0">
              <a:latin typeface="Arial" panose="020B0604020202020204" pitchFamily="34" charset="0"/>
              <a:cs typeface="Arial" panose="020B0604020202020204" pitchFamily="34" charset="0"/>
            </a:endParaRPr>
          </a:p>
          <a:p>
            <a:pPr marL="457200" indent="-457200">
              <a:buFont typeface="Arial" panose="020B0604020202020204" pitchFamily="34" charset="0"/>
              <a:buChar char="•"/>
            </a:pPr>
            <a:endParaRPr lang="en-US" sz="3200" dirty="0">
              <a:latin typeface="Arial" panose="020B0604020202020204" pitchFamily="34" charset="0"/>
              <a:cs typeface="Arial" panose="020B0604020202020204" pitchFamily="34" charset="0"/>
            </a:endParaRPr>
          </a:p>
          <a:p>
            <a:pPr marL="457200" indent="-457200">
              <a:buFont typeface="Arial" panose="020B0604020202020204" pitchFamily="34" charset="0"/>
              <a:buChar char="•"/>
            </a:pPr>
            <a:endParaRPr lang="en-US" sz="3200" dirty="0">
              <a:latin typeface="Arial" panose="020B0604020202020204" pitchFamily="34" charset="0"/>
              <a:cs typeface="Arial" panose="020B0604020202020204" pitchFamily="34" charset="0"/>
            </a:endParaRPr>
          </a:p>
          <a:p>
            <a:pPr marL="457200" indent="-457200">
              <a:buFont typeface="Arial" panose="020B0604020202020204" pitchFamily="34" charset="0"/>
              <a:buChar char="•"/>
            </a:pPr>
            <a:endParaRPr lang="en-US" sz="3200" dirty="0">
              <a:latin typeface="Arial" panose="020B0604020202020204" pitchFamily="34" charset="0"/>
              <a:cs typeface="Arial" panose="020B0604020202020204" pitchFamily="34" charset="0"/>
            </a:endParaRPr>
          </a:p>
          <a:p>
            <a:pPr marL="457200" indent="-457200">
              <a:buFont typeface="Arial" panose="020B0604020202020204" pitchFamily="34" charset="0"/>
              <a:buChar char="•"/>
            </a:pPr>
            <a:endParaRPr lang="en-US" sz="3200" dirty="0">
              <a:latin typeface="Arial" panose="020B0604020202020204" pitchFamily="34" charset="0"/>
              <a:cs typeface="Arial" panose="020B0604020202020204" pitchFamily="34" charset="0"/>
            </a:endParaRPr>
          </a:p>
          <a:p>
            <a:pPr marL="457200" indent="-457200">
              <a:buFont typeface="Arial" panose="020B0604020202020204" pitchFamily="34" charset="0"/>
              <a:buChar char="•"/>
            </a:pPr>
            <a:endParaRPr lang="en-US" sz="3200" dirty="0">
              <a:latin typeface="Arial" panose="020B0604020202020204" pitchFamily="34" charset="0"/>
              <a:cs typeface="Arial" panose="020B0604020202020204" pitchFamily="34" charset="0"/>
            </a:endParaRPr>
          </a:p>
          <a:p>
            <a:pPr marL="457200" indent="-457200">
              <a:buFont typeface="Arial" panose="020B0604020202020204" pitchFamily="34" charset="0"/>
              <a:buChar char="•"/>
            </a:pPr>
            <a:endParaRPr lang="en-US" sz="3200" dirty="0">
              <a:latin typeface="Arial" panose="020B0604020202020204" pitchFamily="34" charset="0"/>
              <a:cs typeface="Arial" panose="020B0604020202020204" pitchFamily="34" charset="0"/>
            </a:endParaRPr>
          </a:p>
          <a:p>
            <a:pPr marL="457200" indent="-457200">
              <a:buFont typeface="Arial" panose="020B0604020202020204" pitchFamily="34" charset="0"/>
              <a:buChar char="•"/>
            </a:pPr>
            <a:endParaRPr lang="en-US" sz="3200" dirty="0">
              <a:latin typeface="Arial" panose="020B0604020202020204" pitchFamily="34" charset="0"/>
              <a:cs typeface="Arial" panose="020B0604020202020204" pitchFamily="34" charset="0"/>
            </a:endParaRPr>
          </a:p>
          <a:p>
            <a:pPr marL="457200" indent="-457200">
              <a:buFont typeface="Arial" panose="020B0604020202020204" pitchFamily="34" charset="0"/>
              <a:buChar char="•"/>
            </a:pPr>
            <a:endParaRPr lang="en-US" sz="3200" dirty="0">
              <a:latin typeface="Arial" panose="020B0604020202020204" pitchFamily="34" charset="0"/>
              <a:cs typeface="Arial" panose="020B0604020202020204" pitchFamily="34" charset="0"/>
            </a:endParaRPr>
          </a:p>
          <a:p>
            <a:pPr marL="457200" indent="-457200">
              <a:buFont typeface="Arial" panose="020B0604020202020204" pitchFamily="34" charset="0"/>
              <a:buChar char="•"/>
            </a:pPr>
            <a:endParaRPr lang="en-US" sz="3200" dirty="0">
              <a:latin typeface="Arial" panose="020B0604020202020204" pitchFamily="34" charset="0"/>
              <a:cs typeface="Arial" panose="020B0604020202020204" pitchFamily="34" charset="0"/>
            </a:endParaRPr>
          </a:p>
          <a:p>
            <a:pPr marL="457200" indent="-457200">
              <a:buFont typeface="Arial" panose="020B0604020202020204" pitchFamily="34" charset="0"/>
              <a:buChar char="•"/>
            </a:pPr>
            <a:endParaRPr lang="en-US" sz="3200" dirty="0">
              <a:latin typeface="Arial" panose="020B0604020202020204" pitchFamily="34" charset="0"/>
              <a:cs typeface="Arial" panose="020B0604020202020204" pitchFamily="34" charset="0"/>
            </a:endParaRPr>
          </a:p>
          <a:p>
            <a:endParaRPr lang="en-US" sz="3200" dirty="0">
              <a:latin typeface="Arial" panose="020B0604020202020204" pitchFamily="34" charset="0"/>
              <a:cs typeface="Arial" panose="020B0604020202020204" pitchFamily="34" charset="0"/>
            </a:endParaRPr>
          </a:p>
          <a:p>
            <a:endParaRPr lang="en-US" sz="3200" dirty="0">
              <a:latin typeface="Arial" panose="020B0604020202020204" pitchFamily="34" charset="0"/>
              <a:cs typeface="Arial" panose="020B0604020202020204" pitchFamily="34" charset="0"/>
            </a:endParaRPr>
          </a:p>
        </p:txBody>
      </p:sp>
      <p:sp>
        <p:nvSpPr>
          <p:cNvPr id="2" name="TextBox 1"/>
          <p:cNvSpPr txBox="1"/>
          <p:nvPr/>
        </p:nvSpPr>
        <p:spPr>
          <a:xfrm>
            <a:off x="16669611" y="19955404"/>
            <a:ext cx="16002000" cy="12527280"/>
          </a:xfrm>
          <a:prstGeom prst="rect">
            <a:avLst/>
          </a:prstGeom>
          <a:solidFill>
            <a:schemeClr val="bg1"/>
          </a:solidFill>
          <a:ln w="57150">
            <a:solidFill>
              <a:schemeClr val="tx1"/>
            </a:solidFill>
          </a:ln>
        </p:spPr>
        <p:txBody>
          <a:bodyPr wrap="square" rtlCol="0">
            <a:spAutoFit/>
          </a:bodyPr>
          <a:lstStyle/>
          <a:p>
            <a:pPr marL="457200" indent="-457200">
              <a:buFont typeface="Arial" panose="020B0604020202020204" pitchFamily="34" charset="0"/>
              <a:buChar char="•"/>
            </a:pPr>
            <a:endParaRPr lang="en-US" sz="3200" dirty="0">
              <a:latin typeface="Arial" panose="020B0604020202020204" pitchFamily="34" charset="0"/>
              <a:cs typeface="Arial" panose="020B0604020202020204" pitchFamily="34" charset="0"/>
            </a:endParaRPr>
          </a:p>
          <a:p>
            <a:endParaRPr lang="en-US" sz="3200" dirty="0">
              <a:latin typeface="Arial" panose="020B0604020202020204" pitchFamily="34" charset="0"/>
              <a:cs typeface="Arial" panose="020B0604020202020204" pitchFamily="34" charset="0"/>
            </a:endParaRPr>
          </a:p>
          <a:p>
            <a:pPr marL="457200" indent="-457200">
              <a:buFont typeface="Arial" panose="020B0604020202020204" pitchFamily="34" charset="0"/>
              <a:buChar char="•"/>
            </a:pPr>
            <a:endParaRPr lang="en-US" sz="3200" dirty="0">
              <a:latin typeface="Arial" panose="020B0604020202020204" pitchFamily="34" charset="0"/>
              <a:cs typeface="Arial" panose="020B0604020202020204" pitchFamily="34" charset="0"/>
            </a:endParaRPr>
          </a:p>
          <a:p>
            <a:pPr marL="457200" indent="-457200">
              <a:buFont typeface="Arial" panose="020B0604020202020204" pitchFamily="34" charset="0"/>
              <a:buChar char="•"/>
            </a:pPr>
            <a:endParaRPr lang="en-US" sz="3200" dirty="0">
              <a:latin typeface="Arial" panose="020B0604020202020204" pitchFamily="34" charset="0"/>
              <a:cs typeface="Arial" panose="020B0604020202020204" pitchFamily="34" charset="0"/>
            </a:endParaRPr>
          </a:p>
          <a:p>
            <a:pPr marL="457200" indent="-457200">
              <a:buFont typeface="Arial" panose="020B0604020202020204" pitchFamily="34" charset="0"/>
              <a:buChar char="•"/>
            </a:pPr>
            <a:endParaRPr lang="en-US" sz="3200" dirty="0">
              <a:latin typeface="Arial" panose="020B0604020202020204" pitchFamily="34" charset="0"/>
              <a:cs typeface="Arial" panose="020B0604020202020204" pitchFamily="34" charset="0"/>
            </a:endParaRPr>
          </a:p>
          <a:p>
            <a:pPr marL="457200" indent="-457200">
              <a:buFont typeface="Arial" panose="020B0604020202020204" pitchFamily="34" charset="0"/>
              <a:buChar char="•"/>
            </a:pPr>
            <a:endParaRPr lang="en-US" sz="3200" dirty="0">
              <a:latin typeface="Arial" panose="020B0604020202020204" pitchFamily="34" charset="0"/>
              <a:cs typeface="Arial" panose="020B0604020202020204" pitchFamily="34" charset="0"/>
            </a:endParaRPr>
          </a:p>
          <a:p>
            <a:pPr marL="457200" indent="-457200">
              <a:buFont typeface="Arial" panose="020B0604020202020204" pitchFamily="34" charset="0"/>
              <a:buChar char="•"/>
            </a:pPr>
            <a:endParaRPr lang="en-US" sz="3200" dirty="0">
              <a:latin typeface="Arial" panose="020B0604020202020204" pitchFamily="34" charset="0"/>
              <a:cs typeface="Arial" panose="020B0604020202020204" pitchFamily="34" charset="0"/>
            </a:endParaRPr>
          </a:p>
          <a:p>
            <a:pPr marL="457200" indent="-457200">
              <a:buFont typeface="Arial" panose="020B0604020202020204" pitchFamily="34" charset="0"/>
              <a:buChar char="•"/>
            </a:pPr>
            <a:endParaRPr lang="en-US" sz="3200" dirty="0">
              <a:latin typeface="Arial" panose="020B0604020202020204" pitchFamily="34" charset="0"/>
              <a:cs typeface="Arial" panose="020B0604020202020204" pitchFamily="34" charset="0"/>
            </a:endParaRPr>
          </a:p>
          <a:p>
            <a:pPr marL="457200" indent="-457200">
              <a:buFont typeface="Arial" panose="020B0604020202020204" pitchFamily="34" charset="0"/>
              <a:buChar char="•"/>
            </a:pPr>
            <a:endParaRPr lang="en-US" sz="3200" dirty="0">
              <a:latin typeface="Arial" panose="020B0604020202020204" pitchFamily="34" charset="0"/>
              <a:cs typeface="Arial" panose="020B0604020202020204" pitchFamily="34" charset="0"/>
            </a:endParaRPr>
          </a:p>
          <a:p>
            <a:pPr marL="457200" indent="-457200">
              <a:buFont typeface="Arial" panose="020B0604020202020204" pitchFamily="34" charset="0"/>
              <a:buChar char="•"/>
            </a:pPr>
            <a:endParaRPr lang="en-US" sz="3200" dirty="0">
              <a:latin typeface="Arial" panose="020B0604020202020204" pitchFamily="34" charset="0"/>
              <a:cs typeface="Arial" panose="020B0604020202020204" pitchFamily="34" charset="0"/>
            </a:endParaRPr>
          </a:p>
          <a:p>
            <a:pPr marL="457200" indent="-457200">
              <a:buFont typeface="Arial" panose="020B0604020202020204" pitchFamily="34" charset="0"/>
              <a:buChar char="•"/>
            </a:pPr>
            <a:endParaRPr lang="en-US" sz="3200" dirty="0">
              <a:latin typeface="Arial" panose="020B0604020202020204" pitchFamily="34" charset="0"/>
              <a:cs typeface="Arial" panose="020B0604020202020204" pitchFamily="34" charset="0"/>
            </a:endParaRPr>
          </a:p>
          <a:p>
            <a:pPr marL="457200" indent="-457200">
              <a:buFont typeface="Arial" panose="020B0604020202020204" pitchFamily="34" charset="0"/>
              <a:buChar char="•"/>
            </a:pPr>
            <a:endParaRPr lang="en-US" sz="3200" dirty="0">
              <a:latin typeface="Arial" panose="020B0604020202020204" pitchFamily="34" charset="0"/>
              <a:cs typeface="Arial" panose="020B0604020202020204" pitchFamily="34" charset="0"/>
            </a:endParaRPr>
          </a:p>
          <a:p>
            <a:pPr marL="457200" indent="-457200">
              <a:buFont typeface="Arial" panose="020B0604020202020204" pitchFamily="34" charset="0"/>
              <a:buChar char="•"/>
            </a:pPr>
            <a:endParaRPr lang="en-US" sz="3200" dirty="0">
              <a:latin typeface="Arial" panose="020B0604020202020204" pitchFamily="34" charset="0"/>
              <a:cs typeface="Arial" panose="020B0604020202020204" pitchFamily="34" charset="0"/>
            </a:endParaRPr>
          </a:p>
          <a:p>
            <a:endParaRPr lang="en-US" sz="3200" dirty="0">
              <a:latin typeface="Arial" panose="020B0604020202020204" pitchFamily="34" charset="0"/>
              <a:cs typeface="Arial" panose="020B0604020202020204" pitchFamily="34" charset="0"/>
            </a:endParaRPr>
          </a:p>
          <a:p>
            <a:pPr marL="457200" indent="-457200">
              <a:buFont typeface="Arial" panose="020B0604020202020204" pitchFamily="34" charset="0"/>
              <a:buChar char="•"/>
            </a:pPr>
            <a:endParaRPr lang="en-US" sz="3200" dirty="0">
              <a:latin typeface="Arial" panose="020B0604020202020204" pitchFamily="34" charset="0"/>
              <a:cs typeface="Arial" panose="020B0604020202020204" pitchFamily="34" charset="0"/>
            </a:endParaRPr>
          </a:p>
          <a:p>
            <a:pPr marL="457200" indent="-457200">
              <a:buFont typeface="Arial" panose="020B0604020202020204" pitchFamily="34" charset="0"/>
              <a:buChar char="•"/>
            </a:pPr>
            <a:endParaRPr lang="en-US" sz="3200" dirty="0">
              <a:latin typeface="Arial" panose="020B0604020202020204" pitchFamily="34" charset="0"/>
              <a:cs typeface="Arial" panose="020B0604020202020204" pitchFamily="34" charset="0"/>
            </a:endParaRPr>
          </a:p>
          <a:p>
            <a:endParaRPr lang="en-US" sz="3200" dirty="0">
              <a:latin typeface="Arial" panose="020B0604020202020204" pitchFamily="34" charset="0"/>
              <a:cs typeface="Arial" panose="020B0604020202020204" pitchFamily="34" charset="0"/>
            </a:endParaRPr>
          </a:p>
          <a:p>
            <a:pPr marL="457200" indent="-457200">
              <a:buFont typeface="Arial" panose="020B0604020202020204" pitchFamily="34" charset="0"/>
              <a:buChar char="•"/>
            </a:pPr>
            <a:endParaRPr lang="en-US" sz="3200" dirty="0">
              <a:latin typeface="Arial" panose="020B0604020202020204" pitchFamily="34" charset="0"/>
              <a:cs typeface="Arial" panose="020B0604020202020204" pitchFamily="34" charset="0"/>
            </a:endParaRPr>
          </a:p>
          <a:p>
            <a:pPr marL="457200" indent="-457200">
              <a:buFont typeface="Arial" panose="020B0604020202020204" pitchFamily="34" charset="0"/>
              <a:buChar char="•"/>
            </a:pPr>
            <a:endParaRPr lang="en-US" sz="3200" dirty="0">
              <a:latin typeface="Arial" panose="020B0604020202020204" pitchFamily="34" charset="0"/>
              <a:cs typeface="Arial" panose="020B0604020202020204" pitchFamily="34" charset="0"/>
            </a:endParaRPr>
          </a:p>
          <a:p>
            <a:pPr marL="457200" indent="-457200">
              <a:buFont typeface="Arial" panose="020B0604020202020204" pitchFamily="34" charset="0"/>
              <a:buChar char="•"/>
            </a:pPr>
            <a:endParaRPr lang="en-US" sz="3200" dirty="0">
              <a:latin typeface="Arial" panose="020B0604020202020204" pitchFamily="34" charset="0"/>
              <a:cs typeface="Arial" panose="020B0604020202020204" pitchFamily="34" charset="0"/>
            </a:endParaRPr>
          </a:p>
          <a:p>
            <a:pPr marL="457200" indent="-457200">
              <a:buFont typeface="Arial" panose="020B0604020202020204" pitchFamily="34" charset="0"/>
              <a:buChar char="•"/>
            </a:pPr>
            <a:endParaRPr lang="en-US" sz="3200" dirty="0">
              <a:latin typeface="Arial" panose="020B0604020202020204" pitchFamily="34" charset="0"/>
              <a:cs typeface="Arial" panose="020B0604020202020204" pitchFamily="34" charset="0"/>
            </a:endParaRPr>
          </a:p>
          <a:p>
            <a:pPr marL="457200" indent="-457200">
              <a:buFont typeface="Arial" panose="020B0604020202020204" pitchFamily="34" charset="0"/>
              <a:buChar char="•"/>
            </a:pPr>
            <a:endParaRPr lang="en-US" sz="3200" dirty="0">
              <a:latin typeface="Arial" panose="020B0604020202020204" pitchFamily="34" charset="0"/>
              <a:cs typeface="Arial" panose="020B0604020202020204" pitchFamily="34" charset="0"/>
            </a:endParaRPr>
          </a:p>
          <a:p>
            <a:pPr marL="457200" indent="-457200">
              <a:buFont typeface="Arial" panose="020B0604020202020204" pitchFamily="34" charset="0"/>
              <a:buChar char="•"/>
            </a:pPr>
            <a:endParaRPr lang="en-US" sz="3200" dirty="0">
              <a:latin typeface="Arial" panose="020B0604020202020204" pitchFamily="34" charset="0"/>
              <a:cs typeface="Arial" panose="020B0604020202020204" pitchFamily="34" charset="0"/>
            </a:endParaRPr>
          </a:p>
          <a:p>
            <a:endParaRPr lang="en-US" sz="3200" dirty="0">
              <a:latin typeface="Arial" panose="020B0604020202020204" pitchFamily="34" charset="0"/>
              <a:cs typeface="Arial" panose="020B0604020202020204" pitchFamily="34" charset="0"/>
            </a:endParaRPr>
          </a:p>
          <a:p>
            <a:endParaRPr lang="en-US" sz="3200" dirty="0">
              <a:latin typeface="Arial" panose="020B0604020202020204" pitchFamily="34" charset="0"/>
              <a:cs typeface="Arial" panose="020B0604020202020204" pitchFamily="34" charset="0"/>
            </a:endParaRPr>
          </a:p>
        </p:txBody>
      </p:sp>
      <p:sp>
        <p:nvSpPr>
          <p:cNvPr id="5" name="Rectangle 4"/>
          <p:cNvSpPr/>
          <p:nvPr/>
        </p:nvSpPr>
        <p:spPr>
          <a:xfrm>
            <a:off x="0" y="-151607"/>
            <a:ext cx="32918400" cy="4170982"/>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6" name="TextBox 5"/>
          <p:cNvSpPr txBox="1"/>
          <p:nvPr/>
        </p:nvSpPr>
        <p:spPr>
          <a:xfrm>
            <a:off x="9569019" y="652145"/>
            <a:ext cx="13327437" cy="2123658"/>
          </a:xfrm>
          <a:prstGeom prst="rect">
            <a:avLst/>
          </a:prstGeom>
          <a:noFill/>
        </p:spPr>
        <p:txBody>
          <a:bodyPr wrap="square" rtlCol="0">
            <a:spAutoFit/>
          </a:bodyPr>
          <a:lstStyle/>
          <a:p>
            <a:pPr algn="ctr"/>
            <a:r>
              <a:rPr lang="en-US" sz="6600" b="1" dirty="0">
                <a:latin typeface="Arial" panose="020B0604020202020204" pitchFamily="34" charset="0"/>
                <a:cs typeface="Arial" panose="020B0604020202020204" pitchFamily="34" charset="0"/>
              </a:rPr>
              <a:t>A Knee Movement </a:t>
            </a:r>
          </a:p>
          <a:p>
            <a:pPr algn="ctr"/>
            <a:r>
              <a:rPr lang="en-US" sz="6600" b="1" dirty="0">
                <a:latin typeface="Arial" panose="020B0604020202020204" pitchFamily="34" charset="0"/>
                <a:cs typeface="Arial" panose="020B0604020202020204" pitchFamily="34" charset="0"/>
              </a:rPr>
              <a:t>Monitoring Wearable Device</a:t>
            </a:r>
          </a:p>
        </p:txBody>
      </p:sp>
      <p:sp>
        <p:nvSpPr>
          <p:cNvPr id="7" name="TextBox 6"/>
          <p:cNvSpPr txBox="1"/>
          <p:nvPr/>
        </p:nvSpPr>
        <p:spPr>
          <a:xfrm>
            <a:off x="7511784" y="2743657"/>
            <a:ext cx="17441909" cy="1200329"/>
          </a:xfrm>
          <a:prstGeom prst="rect">
            <a:avLst/>
          </a:prstGeom>
          <a:noFill/>
        </p:spPr>
        <p:txBody>
          <a:bodyPr wrap="square" rtlCol="0">
            <a:spAutoFit/>
          </a:bodyPr>
          <a:lstStyle/>
          <a:p>
            <a:pPr algn="ctr"/>
            <a:r>
              <a:rPr lang="en-US" sz="3600" dirty="0">
                <a:latin typeface="Arial" panose="020B0604020202020204" pitchFamily="34" charset="0"/>
                <a:cs typeface="Arial" panose="020B0604020202020204" pitchFamily="34" charset="0"/>
              </a:rPr>
              <a:t>Alexis Snider, Evan Szabo, Dr. Eric Meyer</a:t>
            </a:r>
          </a:p>
          <a:p>
            <a:pPr algn="ctr"/>
            <a:r>
              <a:rPr lang="en-US" sz="3600" dirty="0">
                <a:latin typeface="Arial" panose="020B0604020202020204" pitchFamily="34" charset="0"/>
                <a:cs typeface="Arial" panose="020B0604020202020204" pitchFamily="34" charset="0"/>
              </a:rPr>
              <a:t>Department of Biomedical Engineering, Lawrence Technological University</a:t>
            </a:r>
          </a:p>
        </p:txBody>
      </p:sp>
      <p:pic>
        <p:nvPicPr>
          <p:cNvPr id="9" name="Picture 8"/>
          <p:cNvPicPr>
            <a:picLocks noChangeAspect="1"/>
          </p:cNvPicPr>
          <p:nvPr>
            <p:custDataLst>
              <p:tags r:id="rId1"/>
            </p:custDataLst>
          </p:nvPr>
        </p:nvPicPr>
        <p:blipFill>
          <a:blip r:embed="rId3" cstate="print">
            <a:extLst>
              <a:ext uri="{28A0092B-C50C-407E-A947-70E740481C1C}">
                <a14:useLocalDpi xmlns:a14="http://schemas.microsoft.com/office/drawing/2010/main" val="0"/>
              </a:ext>
            </a:extLst>
          </a:blip>
          <a:stretch>
            <a:fillRect/>
          </a:stretch>
        </p:blipFill>
        <p:spPr>
          <a:xfrm>
            <a:off x="25297764" y="152335"/>
            <a:ext cx="6822955" cy="3563098"/>
          </a:xfrm>
          <a:prstGeom prst="rect">
            <a:avLst/>
          </a:prstGeom>
        </p:spPr>
      </p:pic>
      <p:sp>
        <p:nvSpPr>
          <p:cNvPr id="12" name="Rectangle 11"/>
          <p:cNvSpPr/>
          <p:nvPr/>
        </p:nvSpPr>
        <p:spPr>
          <a:xfrm>
            <a:off x="274320" y="4357236"/>
            <a:ext cx="16002000" cy="891809"/>
          </a:xfrm>
          <a:prstGeom prst="rect">
            <a:avLst/>
          </a:prstGeom>
          <a:solidFill>
            <a:srgbClr val="1AEE2E"/>
          </a:solidFill>
          <a:ln w="571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400" b="1" dirty="0">
                <a:solidFill>
                  <a:schemeClr val="tx1"/>
                </a:solidFill>
                <a:latin typeface="Arial" panose="020B0604020202020204" pitchFamily="34" charset="0"/>
                <a:cs typeface="Arial" panose="020B0604020202020204" pitchFamily="34" charset="0"/>
              </a:rPr>
              <a:t>Project Goal</a:t>
            </a:r>
          </a:p>
        </p:txBody>
      </p:sp>
      <p:sp>
        <p:nvSpPr>
          <p:cNvPr id="14" name="Rectangle 13"/>
          <p:cNvSpPr/>
          <p:nvPr/>
        </p:nvSpPr>
        <p:spPr>
          <a:xfrm>
            <a:off x="273897" y="5249238"/>
            <a:ext cx="16002000" cy="3019330"/>
          </a:xfrm>
          <a:prstGeom prst="rect">
            <a:avLst/>
          </a:prstGeom>
          <a:solidFill>
            <a:schemeClr val="bg1"/>
          </a:solidFill>
          <a:ln w="571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365760" lvl="0">
              <a:lnSpc>
                <a:spcPct val="120000"/>
              </a:lnSpc>
            </a:pPr>
            <a:r>
              <a:rPr lang="en-US" sz="3200" dirty="0">
                <a:ln w="0"/>
                <a:solidFill>
                  <a:schemeClr val="tx1"/>
                </a:solidFill>
                <a:latin typeface="Arial" panose="020B0604020202020204" pitchFamily="34" charset="0"/>
                <a:ea typeface="Open Sans" panose="020B0606030504020204" pitchFamily="34" charset="0"/>
                <a:cs typeface="Arial" panose="020B0604020202020204" pitchFamily="34" charset="0"/>
              </a:rPr>
              <a:t>Our goal is to develop a comfortable and user-friendly wearable device that provides real-time data analysis of movements of the knee joint. This could be used for monitoring and flagging recurring movements that put an individual at risk of a knee injury.</a:t>
            </a:r>
          </a:p>
        </p:txBody>
      </p:sp>
      <p:sp>
        <p:nvSpPr>
          <p:cNvPr id="15" name="Rectangle 14"/>
          <p:cNvSpPr/>
          <p:nvPr/>
        </p:nvSpPr>
        <p:spPr>
          <a:xfrm>
            <a:off x="274320" y="8643357"/>
            <a:ext cx="16002000" cy="891809"/>
          </a:xfrm>
          <a:prstGeom prst="rect">
            <a:avLst/>
          </a:prstGeom>
          <a:solidFill>
            <a:srgbClr val="1AEE2E"/>
          </a:solidFill>
          <a:ln w="571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400" b="1" dirty="0">
                <a:solidFill>
                  <a:schemeClr val="tx1"/>
                </a:solidFill>
                <a:latin typeface="Arial" panose="020B0604020202020204" pitchFamily="34" charset="0"/>
                <a:cs typeface="Arial" panose="020B0604020202020204" pitchFamily="34" charset="0"/>
              </a:rPr>
              <a:t>Background</a:t>
            </a:r>
          </a:p>
        </p:txBody>
      </p:sp>
      <p:sp>
        <p:nvSpPr>
          <p:cNvPr id="17" name="TextBox 16"/>
          <p:cNvSpPr txBox="1"/>
          <p:nvPr/>
        </p:nvSpPr>
        <p:spPr>
          <a:xfrm>
            <a:off x="273897" y="9535166"/>
            <a:ext cx="16002000" cy="9144000"/>
          </a:xfrm>
          <a:prstGeom prst="rect">
            <a:avLst/>
          </a:prstGeom>
          <a:solidFill>
            <a:schemeClr val="bg1"/>
          </a:solidFill>
          <a:ln w="57150">
            <a:solidFill>
              <a:schemeClr val="tx1"/>
            </a:solidFill>
          </a:ln>
        </p:spPr>
        <p:txBody>
          <a:bodyPr wrap="square" rtlCol="0">
            <a:spAutoFit/>
          </a:bodyPr>
          <a:lstStyle/>
          <a:p>
            <a:endParaRPr lang="en-US" sz="2400" dirty="0"/>
          </a:p>
        </p:txBody>
      </p:sp>
      <p:sp>
        <p:nvSpPr>
          <p:cNvPr id="61" name="TextBox 60"/>
          <p:cNvSpPr txBox="1"/>
          <p:nvPr/>
        </p:nvSpPr>
        <p:spPr>
          <a:xfrm>
            <a:off x="16665421" y="33803916"/>
            <a:ext cx="16002000" cy="3017520"/>
          </a:xfrm>
          <a:prstGeom prst="rect">
            <a:avLst/>
          </a:prstGeom>
          <a:solidFill>
            <a:schemeClr val="bg1"/>
          </a:solidFill>
          <a:ln w="57150">
            <a:solidFill>
              <a:schemeClr val="tx1"/>
            </a:solidFill>
          </a:ln>
        </p:spPr>
        <p:txBody>
          <a:bodyPr wrap="square" rtlCol="0">
            <a:spAutoFit/>
          </a:bodyPr>
          <a:lstStyle/>
          <a:p>
            <a:pPr marL="571500" lvl="0" indent="-571500">
              <a:lnSpc>
                <a:spcPct val="125000"/>
              </a:lnSpc>
              <a:buFont typeface="Arial" panose="020B0604020202020204" pitchFamily="34" charset="0"/>
              <a:buChar char="•"/>
            </a:pPr>
            <a:endParaRPr lang="en-US" sz="3200" dirty="0">
              <a:ln w="0"/>
              <a:solidFill>
                <a:srgbClr val="2D3F50"/>
              </a:solidFill>
              <a:latin typeface="Arial" panose="020B0604020202020204" pitchFamily="34" charset="0"/>
              <a:ea typeface="Open Sans" panose="020B0606030504020204" pitchFamily="34" charset="0"/>
              <a:cs typeface="Arial" panose="020B0604020202020204" pitchFamily="34" charset="0"/>
            </a:endParaRPr>
          </a:p>
        </p:txBody>
      </p:sp>
      <p:sp>
        <p:nvSpPr>
          <p:cNvPr id="63" name="Rectangle 62"/>
          <p:cNvSpPr/>
          <p:nvPr/>
        </p:nvSpPr>
        <p:spPr>
          <a:xfrm>
            <a:off x="16665421" y="32912107"/>
            <a:ext cx="16002000" cy="891809"/>
          </a:xfrm>
          <a:prstGeom prst="rect">
            <a:avLst/>
          </a:prstGeom>
          <a:solidFill>
            <a:srgbClr val="1AEE2E"/>
          </a:solidFill>
          <a:ln w="571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400" b="1" dirty="0">
                <a:solidFill>
                  <a:schemeClr val="tx1"/>
                </a:solidFill>
                <a:latin typeface="Arial" panose="020B0604020202020204" pitchFamily="34" charset="0"/>
                <a:cs typeface="Arial" panose="020B0604020202020204" pitchFamily="34" charset="0"/>
              </a:rPr>
              <a:t>Conclusion</a:t>
            </a:r>
          </a:p>
        </p:txBody>
      </p:sp>
      <p:sp>
        <p:nvSpPr>
          <p:cNvPr id="65" name="Rectangle 64"/>
          <p:cNvSpPr/>
          <p:nvPr/>
        </p:nvSpPr>
        <p:spPr>
          <a:xfrm>
            <a:off x="16669512" y="40782240"/>
            <a:ext cx="16002000" cy="891809"/>
          </a:xfrm>
          <a:prstGeom prst="rect">
            <a:avLst/>
          </a:prstGeom>
          <a:solidFill>
            <a:srgbClr val="1AEE2E"/>
          </a:solidFill>
          <a:ln w="571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400" b="1" dirty="0">
                <a:solidFill>
                  <a:schemeClr val="tx1"/>
                </a:solidFill>
                <a:latin typeface="Arial" panose="020B0604020202020204" pitchFamily="34" charset="0"/>
                <a:cs typeface="Arial" panose="020B0604020202020204" pitchFamily="34" charset="0"/>
              </a:rPr>
              <a:t>Acknowledgments</a:t>
            </a:r>
          </a:p>
        </p:txBody>
      </p:sp>
      <p:sp>
        <p:nvSpPr>
          <p:cNvPr id="67" name="TextBox 66"/>
          <p:cNvSpPr txBox="1"/>
          <p:nvPr/>
        </p:nvSpPr>
        <p:spPr>
          <a:xfrm>
            <a:off x="16669512" y="41681798"/>
            <a:ext cx="16002000" cy="1865126"/>
          </a:xfrm>
          <a:prstGeom prst="rect">
            <a:avLst/>
          </a:prstGeom>
          <a:solidFill>
            <a:schemeClr val="bg1"/>
          </a:solidFill>
          <a:ln w="57150">
            <a:solidFill>
              <a:schemeClr val="tx1"/>
            </a:solidFill>
          </a:ln>
        </p:spPr>
        <p:txBody>
          <a:bodyPr wrap="square" rtlCol="0">
            <a:spAutoFit/>
          </a:bodyPr>
          <a:lstStyle/>
          <a:p>
            <a:pPr algn="ctr">
              <a:lnSpc>
                <a:spcPct val="120000"/>
              </a:lnSpc>
            </a:pPr>
            <a:r>
              <a:rPr lang="en-US" sz="3200" dirty="0">
                <a:latin typeface="Arial" panose="020B0604020202020204" pitchFamily="34" charset="0"/>
                <a:cs typeface="Arial" panose="020B0604020202020204" pitchFamily="34" charset="0"/>
              </a:rPr>
              <a:t>Dr. Eric </a:t>
            </a:r>
            <a:r>
              <a:rPr lang="en-US" sz="3200" dirty="0" err="1">
                <a:latin typeface="Arial" panose="020B0604020202020204" pitchFamily="34" charset="0"/>
                <a:cs typeface="Arial" panose="020B0604020202020204" pitchFamily="34" charset="0"/>
              </a:rPr>
              <a:t>Broadworth</a:t>
            </a:r>
            <a:r>
              <a:rPr lang="en-US" sz="3200" dirty="0">
                <a:latin typeface="Arial" panose="020B0604020202020204" pitchFamily="34" charset="0"/>
                <a:cs typeface="Arial" panose="020B0604020202020204" pitchFamily="34" charset="0"/>
              </a:rPr>
              <a:t> – Industry Professional (Interview)</a:t>
            </a:r>
          </a:p>
          <a:p>
            <a:pPr algn="ctr">
              <a:lnSpc>
                <a:spcPct val="120000"/>
              </a:lnSpc>
            </a:pPr>
            <a:r>
              <a:rPr lang="en-US" sz="3200" dirty="0">
                <a:latin typeface="Arial" panose="020B0604020202020204" pitchFamily="34" charset="0"/>
                <a:cs typeface="Arial" panose="020B0604020202020204" pitchFamily="34" charset="0"/>
              </a:rPr>
              <a:t>Dr. Michael </a:t>
            </a:r>
            <a:r>
              <a:rPr lang="en-US" sz="3200" dirty="0" err="1">
                <a:latin typeface="Arial" panose="020B0604020202020204" pitchFamily="34" charset="0"/>
                <a:cs typeface="Arial" panose="020B0604020202020204" pitchFamily="34" charset="0"/>
              </a:rPr>
              <a:t>Lancina</a:t>
            </a:r>
            <a:r>
              <a:rPr lang="en-US" sz="3200" dirty="0">
                <a:latin typeface="Arial" panose="020B0604020202020204" pitchFamily="34" charset="0"/>
                <a:cs typeface="Arial" panose="020B0604020202020204" pitchFamily="34" charset="0"/>
              </a:rPr>
              <a:t> – Academic Advisor </a:t>
            </a:r>
          </a:p>
          <a:p>
            <a:pPr algn="ctr">
              <a:lnSpc>
                <a:spcPct val="120000"/>
              </a:lnSpc>
            </a:pPr>
            <a:r>
              <a:rPr lang="en-US" sz="3200" dirty="0">
                <a:latin typeface="Arial" panose="020B0604020202020204" pitchFamily="34" charset="0"/>
                <a:cs typeface="Arial" panose="020B0604020202020204" pitchFamily="34" charset="0"/>
              </a:rPr>
              <a:t>Daniel Piotrowski – Technical Advisor </a:t>
            </a:r>
          </a:p>
        </p:txBody>
      </p:sp>
      <p:sp>
        <p:nvSpPr>
          <p:cNvPr id="50" name="Rectangle 49"/>
          <p:cNvSpPr/>
          <p:nvPr/>
        </p:nvSpPr>
        <p:spPr>
          <a:xfrm>
            <a:off x="16669611" y="19063595"/>
            <a:ext cx="16002000" cy="896112"/>
          </a:xfrm>
          <a:prstGeom prst="rect">
            <a:avLst/>
          </a:prstGeom>
          <a:solidFill>
            <a:srgbClr val="1AEE2E"/>
          </a:solidFill>
          <a:ln w="571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400" b="1" dirty="0">
                <a:solidFill>
                  <a:schemeClr val="tx1"/>
                </a:solidFill>
                <a:latin typeface="Arial" panose="020B0604020202020204" pitchFamily="34" charset="0"/>
                <a:cs typeface="Arial" panose="020B0604020202020204" pitchFamily="34" charset="0"/>
              </a:rPr>
              <a:t>Testing and Results</a:t>
            </a:r>
          </a:p>
        </p:txBody>
      </p:sp>
      <p:sp>
        <p:nvSpPr>
          <p:cNvPr id="27" name="Rectangle 26"/>
          <p:cNvSpPr/>
          <p:nvPr/>
        </p:nvSpPr>
        <p:spPr>
          <a:xfrm>
            <a:off x="274320" y="19063595"/>
            <a:ext cx="16002000" cy="891809"/>
          </a:xfrm>
          <a:prstGeom prst="rect">
            <a:avLst/>
          </a:prstGeom>
          <a:solidFill>
            <a:srgbClr val="1AEE2E"/>
          </a:solidFill>
          <a:ln w="571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400" b="1" dirty="0">
                <a:solidFill>
                  <a:schemeClr val="tx1"/>
                </a:solidFill>
                <a:latin typeface="Arial" panose="020B0604020202020204" pitchFamily="34" charset="0"/>
                <a:cs typeface="Arial" panose="020B0604020202020204" pitchFamily="34" charset="0"/>
              </a:rPr>
              <a:t>Device Design</a:t>
            </a:r>
          </a:p>
        </p:txBody>
      </p:sp>
      <p:pic>
        <p:nvPicPr>
          <p:cNvPr id="28" name="Picture 27"/>
          <p:cNvPicPr>
            <a:picLocks noChangeAspect="1"/>
          </p:cNvPicPr>
          <p:nvPr/>
        </p:nvPicPr>
        <p:blipFill rotWithShape="1">
          <a:blip r:embed="rId4">
            <a:extLst>
              <a:ext uri="{28A0092B-C50C-407E-A947-70E740481C1C}">
                <a14:useLocalDpi xmlns:a14="http://schemas.microsoft.com/office/drawing/2010/main" val="0"/>
              </a:ext>
            </a:extLst>
          </a:blip>
          <a:srcRect l="18923" t="33184" r="18676" b="16335"/>
          <a:stretch/>
        </p:blipFill>
        <p:spPr>
          <a:xfrm>
            <a:off x="1146479" y="-151347"/>
            <a:ext cx="5086350" cy="4114800"/>
          </a:xfrm>
          <a:prstGeom prst="rect">
            <a:avLst/>
          </a:prstGeom>
          <a:ln>
            <a:noFill/>
          </a:ln>
          <a:effectLst>
            <a:outerShdw blurRad="482600" dist="254000" dir="2700000" sx="107000" sy="107000" algn="ctr">
              <a:srgbClr val="000000">
                <a:alpha val="43000"/>
              </a:srgbClr>
            </a:outerShdw>
          </a:effectLst>
        </p:spPr>
      </p:pic>
      <p:pic>
        <p:nvPicPr>
          <p:cNvPr id="30" name="Picture 29"/>
          <p:cNvPicPr>
            <a:picLocks noChangeAspect="1"/>
          </p:cNvPicPr>
          <p:nvPr/>
        </p:nvPicPr>
        <p:blipFill rotWithShape="1">
          <a:blip r:embed="rId5" cstate="print">
            <a:extLst>
              <a:ext uri="{28A0092B-C50C-407E-A947-70E740481C1C}">
                <a14:useLocalDpi xmlns:a14="http://schemas.microsoft.com/office/drawing/2010/main" val="0"/>
              </a:ext>
            </a:extLst>
          </a:blip>
          <a:srcRect l="1289" t="13200" b="28133"/>
          <a:stretch/>
        </p:blipFill>
        <p:spPr>
          <a:xfrm>
            <a:off x="17026196" y="10088032"/>
            <a:ext cx="7348368" cy="5871552"/>
          </a:xfrm>
          <a:prstGeom prst="rect">
            <a:avLst/>
          </a:prstGeom>
          <a:ln w="28575" cap="sq">
            <a:noFill/>
            <a:prstDash val="solid"/>
            <a:miter lim="800000"/>
          </a:ln>
          <a:effectLst>
            <a:outerShdw blurRad="50800" dist="38100" dir="2700000" algn="tl" rotWithShape="0">
              <a:srgbClr val="000000">
                <a:alpha val="43000"/>
              </a:srgbClr>
            </a:outerShdw>
          </a:effectLst>
        </p:spPr>
      </p:pic>
      <p:pic>
        <p:nvPicPr>
          <p:cNvPr id="31" name="Picture 30"/>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24757806" y="10088032"/>
            <a:ext cx="7575908" cy="5871552"/>
          </a:xfrm>
          <a:prstGeom prst="rect">
            <a:avLst/>
          </a:prstGeom>
          <a:ln w="38100" cap="sq">
            <a:noFill/>
            <a:prstDash val="solid"/>
            <a:miter lim="800000"/>
          </a:ln>
          <a:effectLst>
            <a:outerShdw blurRad="50800" dist="38100" dir="2700000" algn="tl" rotWithShape="0">
              <a:schemeClr val="bg1">
                <a:alpha val="43000"/>
              </a:schemeClr>
            </a:outerShdw>
          </a:effectLst>
        </p:spPr>
      </p:pic>
      <p:sp>
        <p:nvSpPr>
          <p:cNvPr id="32" name="TextBox 31"/>
          <p:cNvSpPr txBox="1"/>
          <p:nvPr/>
        </p:nvSpPr>
        <p:spPr>
          <a:xfrm>
            <a:off x="17026196" y="16309775"/>
            <a:ext cx="7105320" cy="1717393"/>
          </a:xfrm>
          <a:prstGeom prst="rect">
            <a:avLst/>
          </a:prstGeom>
          <a:noFill/>
        </p:spPr>
        <p:txBody>
          <a:bodyPr wrap="square" rtlCol="0">
            <a:spAutoFit/>
          </a:bodyPr>
          <a:lstStyle/>
          <a:p>
            <a:pPr>
              <a:lnSpc>
                <a:spcPct val="120000"/>
              </a:lnSpc>
            </a:pPr>
            <a:r>
              <a:rPr lang="en-US" sz="2200" b="1" dirty="0">
                <a:latin typeface="Arial" panose="020B0604020202020204" pitchFamily="34" charset="0"/>
                <a:cs typeface="Arial" panose="020B0604020202020204" pitchFamily="34" charset="0"/>
              </a:rPr>
              <a:t>Figure 4 </a:t>
            </a:r>
            <a:r>
              <a:rPr lang="en-US" sz="2200" dirty="0">
                <a:latin typeface="Arial" panose="020B0604020202020204" pitchFamily="34" charset="0"/>
                <a:cs typeface="Arial" panose="020B0604020202020204" pitchFamily="34" charset="0"/>
              </a:rPr>
              <a:t>– Prototype Model (First Generation) – Two Adafruit Absolute Orientation sensors were placed on a cardboard hinge joint to validate knee angle measurement outputs. </a:t>
            </a:r>
          </a:p>
        </p:txBody>
      </p:sp>
      <p:sp>
        <p:nvSpPr>
          <p:cNvPr id="33" name="TextBox 32"/>
          <p:cNvSpPr txBox="1"/>
          <p:nvPr/>
        </p:nvSpPr>
        <p:spPr>
          <a:xfrm>
            <a:off x="24757806" y="16309775"/>
            <a:ext cx="7821919" cy="1717393"/>
          </a:xfrm>
          <a:prstGeom prst="rect">
            <a:avLst/>
          </a:prstGeom>
          <a:noFill/>
        </p:spPr>
        <p:txBody>
          <a:bodyPr wrap="square" rtlCol="0">
            <a:spAutoFit/>
          </a:bodyPr>
          <a:lstStyle/>
          <a:p>
            <a:pPr>
              <a:lnSpc>
                <a:spcPct val="120000"/>
              </a:lnSpc>
            </a:pPr>
            <a:r>
              <a:rPr lang="en-US" sz="2200" b="1" dirty="0">
                <a:latin typeface="Arial" panose="020B0604020202020204" pitchFamily="34" charset="0"/>
                <a:cs typeface="Arial" panose="020B0604020202020204" pitchFamily="34" charset="0"/>
              </a:rPr>
              <a:t>Figure 5 </a:t>
            </a:r>
            <a:r>
              <a:rPr lang="en-US" sz="2200" dirty="0">
                <a:latin typeface="Arial" panose="020B0604020202020204" pitchFamily="34" charset="0"/>
                <a:cs typeface="Arial" panose="020B0604020202020204" pitchFamily="34" charset="0"/>
              </a:rPr>
              <a:t>– Prototype Model (Second Generation) – Two </a:t>
            </a:r>
            <a:r>
              <a:rPr lang="en-US" sz="2200" dirty="0" err="1">
                <a:latin typeface="Arial" panose="020B0604020202020204" pitchFamily="34" charset="0"/>
                <a:cs typeface="Arial" panose="020B0604020202020204" pitchFamily="34" charset="0"/>
              </a:rPr>
              <a:t>Adafruit</a:t>
            </a:r>
            <a:r>
              <a:rPr lang="en-US" sz="2200" dirty="0">
                <a:latin typeface="Arial" panose="020B0604020202020204" pitchFamily="34" charset="0"/>
                <a:cs typeface="Arial" panose="020B0604020202020204" pitchFamily="34" charset="0"/>
              </a:rPr>
              <a:t> Absolute Orientation Sensors were placed on a prefabricated sleeve and placed on human subject for preliminary data testing and collection. </a:t>
            </a:r>
          </a:p>
        </p:txBody>
      </p:sp>
      <p:sp>
        <p:nvSpPr>
          <p:cNvPr id="41" name="Rectangle 40"/>
          <p:cNvSpPr/>
          <p:nvPr/>
        </p:nvSpPr>
        <p:spPr>
          <a:xfrm>
            <a:off x="16665421" y="37163339"/>
            <a:ext cx="16002000" cy="891809"/>
          </a:xfrm>
          <a:prstGeom prst="rect">
            <a:avLst/>
          </a:prstGeom>
          <a:solidFill>
            <a:srgbClr val="1AEE2E"/>
          </a:solidFill>
          <a:ln w="571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400" b="1" dirty="0">
                <a:solidFill>
                  <a:schemeClr val="tx1"/>
                </a:solidFill>
                <a:latin typeface="Arial" panose="020B0604020202020204" pitchFamily="34" charset="0"/>
                <a:cs typeface="Arial" panose="020B0604020202020204" pitchFamily="34" charset="0"/>
              </a:rPr>
              <a:t>Future Work</a:t>
            </a:r>
          </a:p>
        </p:txBody>
      </p:sp>
      <p:sp>
        <p:nvSpPr>
          <p:cNvPr id="42" name="TextBox 41"/>
          <p:cNvSpPr txBox="1"/>
          <p:nvPr/>
        </p:nvSpPr>
        <p:spPr>
          <a:xfrm>
            <a:off x="16665421" y="38062897"/>
            <a:ext cx="16002000" cy="2377440"/>
          </a:xfrm>
          <a:prstGeom prst="rect">
            <a:avLst/>
          </a:prstGeom>
          <a:solidFill>
            <a:schemeClr val="bg1"/>
          </a:solidFill>
          <a:ln w="57150">
            <a:solidFill>
              <a:schemeClr val="tx1"/>
            </a:solidFill>
          </a:ln>
        </p:spPr>
        <p:txBody>
          <a:bodyPr wrap="square" rtlCol="0">
            <a:spAutoFit/>
          </a:bodyPr>
          <a:lstStyle/>
          <a:p>
            <a:pPr marL="571500" lvl="0" indent="-571500">
              <a:lnSpc>
                <a:spcPct val="120000"/>
              </a:lnSpc>
              <a:buFont typeface="Arial" panose="020B0604020202020204" pitchFamily="34" charset="0"/>
              <a:buChar char="•"/>
            </a:pPr>
            <a:endParaRPr lang="en-US" sz="3200" dirty="0">
              <a:ln w="0"/>
              <a:solidFill>
                <a:srgbClr val="2D3F50"/>
              </a:solidFill>
              <a:latin typeface="Arial" panose="020B0604020202020204" pitchFamily="34" charset="0"/>
              <a:ea typeface="Open Sans" panose="020B0606030504020204" pitchFamily="34" charset="0"/>
              <a:cs typeface="Arial" panose="020B0604020202020204" pitchFamily="34" charset="0"/>
            </a:endParaRPr>
          </a:p>
        </p:txBody>
      </p:sp>
      <p:pic>
        <p:nvPicPr>
          <p:cNvPr id="44" name="Picture 43"/>
          <p:cNvPicPr/>
          <p:nvPr/>
        </p:nvPicPr>
        <p:blipFill rotWithShape="1">
          <a:blip r:embed="rId7"/>
          <a:srcRect l="3082" t="6281" r="4423" b="9091"/>
          <a:stretch/>
        </p:blipFill>
        <p:spPr bwMode="auto">
          <a:xfrm>
            <a:off x="1909735" y="20540280"/>
            <a:ext cx="12643991" cy="5590235"/>
          </a:xfrm>
          <a:prstGeom prst="rect">
            <a:avLst/>
          </a:prstGeom>
          <a:ln>
            <a:noFill/>
          </a:ln>
          <a:extLst>
            <a:ext uri="{53640926-AAD7-44D8-BBD7-CCE9431645EC}">
              <a14:shadowObscured xmlns:a14="http://schemas.microsoft.com/office/drawing/2010/main"/>
            </a:ext>
          </a:extLst>
        </p:spPr>
      </p:pic>
      <p:sp>
        <p:nvSpPr>
          <p:cNvPr id="47" name="Rectangle 46"/>
          <p:cNvSpPr/>
          <p:nvPr/>
        </p:nvSpPr>
        <p:spPr>
          <a:xfrm>
            <a:off x="16665421" y="4361688"/>
            <a:ext cx="16002000" cy="896112"/>
          </a:xfrm>
          <a:prstGeom prst="rect">
            <a:avLst/>
          </a:prstGeom>
          <a:solidFill>
            <a:srgbClr val="1AEE2E"/>
          </a:solidFill>
          <a:ln w="571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400" b="1" dirty="0">
                <a:solidFill>
                  <a:schemeClr val="tx1"/>
                </a:solidFill>
                <a:latin typeface="Arial" panose="020B0604020202020204" pitchFamily="34" charset="0"/>
                <a:cs typeface="Arial" panose="020B0604020202020204" pitchFamily="34" charset="0"/>
              </a:rPr>
              <a:t>Development</a:t>
            </a:r>
          </a:p>
        </p:txBody>
      </p:sp>
      <p:sp>
        <p:nvSpPr>
          <p:cNvPr id="48" name="TextBox 47"/>
          <p:cNvSpPr txBox="1"/>
          <p:nvPr/>
        </p:nvSpPr>
        <p:spPr>
          <a:xfrm>
            <a:off x="1869647" y="26399504"/>
            <a:ext cx="13194097" cy="904863"/>
          </a:xfrm>
          <a:prstGeom prst="rect">
            <a:avLst/>
          </a:prstGeom>
          <a:noFill/>
        </p:spPr>
        <p:txBody>
          <a:bodyPr wrap="square" rtlCol="0">
            <a:spAutoFit/>
          </a:bodyPr>
          <a:lstStyle/>
          <a:p>
            <a:pPr>
              <a:lnSpc>
                <a:spcPct val="120000"/>
              </a:lnSpc>
            </a:pPr>
            <a:r>
              <a:rPr lang="en-US" sz="2200" b="1" dirty="0">
                <a:latin typeface="Arial" panose="020B0604020202020204" pitchFamily="34" charset="0"/>
                <a:cs typeface="Arial" panose="020B0604020202020204" pitchFamily="34" charset="0"/>
              </a:rPr>
              <a:t>Figure 3: </a:t>
            </a:r>
            <a:r>
              <a:rPr lang="en-US" sz="2200" dirty="0">
                <a:latin typeface="Arial" panose="020B0604020202020204" pitchFamily="34" charset="0"/>
                <a:cs typeface="Arial" panose="020B0604020202020204" pitchFamily="34" charset="0"/>
              </a:rPr>
              <a:t>Decision Matrix. Three brainstormed ideas were weighted using six criteria important to our device. </a:t>
            </a:r>
          </a:p>
        </p:txBody>
      </p:sp>
      <p:sp>
        <p:nvSpPr>
          <p:cNvPr id="49" name="TextBox 48"/>
          <p:cNvSpPr txBox="1"/>
          <p:nvPr/>
        </p:nvSpPr>
        <p:spPr>
          <a:xfrm>
            <a:off x="16875290" y="27249120"/>
            <a:ext cx="7808240" cy="498598"/>
          </a:xfrm>
          <a:prstGeom prst="rect">
            <a:avLst/>
          </a:prstGeom>
          <a:noFill/>
        </p:spPr>
        <p:txBody>
          <a:bodyPr wrap="square" rtlCol="0">
            <a:spAutoFit/>
          </a:bodyPr>
          <a:lstStyle/>
          <a:p>
            <a:pPr>
              <a:lnSpc>
                <a:spcPct val="120000"/>
              </a:lnSpc>
            </a:pPr>
            <a:r>
              <a:rPr lang="en-US" sz="2200" b="1" dirty="0">
                <a:latin typeface="Arial" panose="020B0604020202020204" pitchFamily="34" charset="0"/>
                <a:cs typeface="Arial" panose="020B0604020202020204" pitchFamily="34" charset="0"/>
              </a:rPr>
              <a:t>Figure 6 </a:t>
            </a:r>
            <a:r>
              <a:rPr lang="en-US" sz="2200" dirty="0">
                <a:latin typeface="Arial" panose="020B0604020202020204" pitchFamily="34" charset="0"/>
                <a:cs typeface="Arial" panose="020B0604020202020204" pitchFamily="34" charset="0"/>
              </a:rPr>
              <a:t>– Knee Flexion/ Extension Angle while Walking</a:t>
            </a:r>
          </a:p>
        </p:txBody>
      </p:sp>
      <p:sp>
        <p:nvSpPr>
          <p:cNvPr id="51" name="TextBox 50"/>
          <p:cNvSpPr txBox="1"/>
          <p:nvPr/>
        </p:nvSpPr>
        <p:spPr>
          <a:xfrm>
            <a:off x="24854494" y="27248594"/>
            <a:ext cx="7176438" cy="498598"/>
          </a:xfrm>
          <a:prstGeom prst="rect">
            <a:avLst/>
          </a:prstGeom>
          <a:noFill/>
        </p:spPr>
        <p:txBody>
          <a:bodyPr wrap="square" rtlCol="0">
            <a:spAutoFit/>
          </a:bodyPr>
          <a:lstStyle/>
          <a:p>
            <a:pPr>
              <a:lnSpc>
                <a:spcPct val="120000"/>
              </a:lnSpc>
            </a:pPr>
            <a:r>
              <a:rPr lang="en-US" sz="2200" b="1" dirty="0">
                <a:latin typeface="Arial" panose="020B0604020202020204" pitchFamily="34" charset="0"/>
                <a:cs typeface="Arial" panose="020B0604020202020204" pitchFamily="34" charset="0"/>
              </a:rPr>
              <a:t>Figure 7</a:t>
            </a:r>
            <a:r>
              <a:rPr lang="en-US" sz="2200" dirty="0">
                <a:latin typeface="Arial" panose="020B0604020202020204" pitchFamily="34" charset="0"/>
                <a:cs typeface="Arial" panose="020B0604020202020204" pitchFamily="34" charset="0"/>
              </a:rPr>
              <a:t>– </a:t>
            </a:r>
            <a:r>
              <a:rPr lang="en-US" sz="2200" dirty="0" err="1">
                <a:latin typeface="Arial" panose="020B0604020202020204" pitchFamily="34" charset="0"/>
                <a:cs typeface="Arial" panose="020B0604020202020204" pitchFamily="34" charset="0"/>
              </a:rPr>
              <a:t>Tibial</a:t>
            </a:r>
            <a:r>
              <a:rPr lang="en-US" sz="2200" dirty="0">
                <a:latin typeface="Arial" panose="020B0604020202020204" pitchFamily="34" charset="0"/>
                <a:cs typeface="Arial" panose="020B0604020202020204" pitchFamily="34" charset="0"/>
              </a:rPr>
              <a:t> Acceleration while Walking</a:t>
            </a:r>
          </a:p>
        </p:txBody>
      </p:sp>
      <p:pic>
        <p:nvPicPr>
          <p:cNvPr id="52" name="Picture 51" title="Fig. 1 - dorsaVi Monitoring System-"/>
          <p:cNvPicPr>
            <a:picLocks noChangeAspect="1"/>
          </p:cNvPicPr>
          <p:nvPr/>
        </p:nvPicPr>
        <p:blipFill rotWithShape="1">
          <a:blip r:embed="rId8">
            <a:extLst>
              <a:ext uri="{28A0092B-C50C-407E-A947-70E740481C1C}">
                <a14:useLocalDpi xmlns:a14="http://schemas.microsoft.com/office/drawing/2010/main" val="0"/>
              </a:ext>
            </a:extLst>
          </a:blip>
          <a:srcRect l="59689" t="-417" r="-1" b="23389"/>
          <a:stretch/>
        </p:blipFill>
        <p:spPr>
          <a:xfrm>
            <a:off x="2293847" y="13709742"/>
            <a:ext cx="4262832" cy="3302195"/>
          </a:xfrm>
          <a:prstGeom prst="rect">
            <a:avLst/>
          </a:prstGeom>
          <a:ln w="28575" cap="sq">
            <a:solidFill>
              <a:srgbClr val="000000"/>
            </a:solidFill>
            <a:miter lim="800000"/>
          </a:ln>
          <a:effectLst>
            <a:outerShdw blurRad="57150" dist="50800" dir="2700000" algn="tl" rotWithShape="0">
              <a:srgbClr val="000000">
                <a:alpha val="40000"/>
              </a:srgbClr>
            </a:outerShdw>
          </a:effectLst>
        </p:spPr>
      </p:pic>
      <p:sp>
        <p:nvSpPr>
          <p:cNvPr id="54" name="TextBox 53"/>
          <p:cNvSpPr txBox="1"/>
          <p:nvPr/>
        </p:nvSpPr>
        <p:spPr>
          <a:xfrm>
            <a:off x="613216" y="17154585"/>
            <a:ext cx="7024251" cy="1446550"/>
          </a:xfrm>
          <a:prstGeom prst="rect">
            <a:avLst/>
          </a:prstGeom>
          <a:noFill/>
        </p:spPr>
        <p:txBody>
          <a:bodyPr wrap="square" rtlCol="0">
            <a:spAutoFit/>
          </a:bodyPr>
          <a:lstStyle/>
          <a:p>
            <a:r>
              <a:rPr lang="en-US" sz="2200" b="1" dirty="0">
                <a:latin typeface="Arial" panose="020B0604020202020204" pitchFamily="34" charset="0"/>
                <a:cs typeface="Arial" panose="020B0604020202020204" pitchFamily="34" charset="0"/>
              </a:rPr>
              <a:t>Figure 1 </a:t>
            </a:r>
            <a:r>
              <a:rPr lang="en-US" sz="2200" dirty="0">
                <a:latin typeface="Arial" panose="020B0604020202020204" pitchFamily="34" charset="0"/>
                <a:cs typeface="Arial" panose="020B0604020202020204" pitchFamily="34" charset="0"/>
              </a:rPr>
              <a:t>- Current market available system for measuring various parameters of knee, however, flexion/extension isn't expressed. Cost ~$2000 + Monthly Subscription.</a:t>
            </a:r>
          </a:p>
        </p:txBody>
      </p:sp>
      <p:pic>
        <p:nvPicPr>
          <p:cNvPr id="55" name="Picture 54"/>
          <p:cNvPicPr>
            <a:picLocks noChangeAspect="1"/>
          </p:cNvPicPr>
          <p:nvPr/>
        </p:nvPicPr>
        <p:blipFill>
          <a:blip r:embed="rId9">
            <a:extLst>
              <a:ext uri="{28A0092B-C50C-407E-A947-70E740481C1C}">
                <a14:useLocalDpi xmlns:a14="http://schemas.microsoft.com/office/drawing/2010/main" val="0"/>
              </a:ext>
            </a:extLst>
          </a:blip>
          <a:stretch>
            <a:fillRect/>
          </a:stretch>
        </p:blipFill>
        <p:spPr>
          <a:xfrm>
            <a:off x="9999099" y="13828028"/>
            <a:ext cx="4398909" cy="3299181"/>
          </a:xfrm>
          <a:prstGeom prst="rect">
            <a:avLst/>
          </a:prstGeom>
          <a:ln w="28575" cap="sq">
            <a:solidFill>
              <a:srgbClr val="000000"/>
            </a:solidFill>
            <a:miter lim="800000"/>
          </a:ln>
          <a:effectLst>
            <a:outerShdw blurRad="50800" dist="38100" dir="8100000" algn="tr" rotWithShape="0">
              <a:prstClr val="black">
                <a:alpha val="40000"/>
              </a:prstClr>
            </a:outerShdw>
          </a:effectLst>
        </p:spPr>
      </p:pic>
      <p:sp>
        <p:nvSpPr>
          <p:cNvPr id="56" name="TextBox 55"/>
          <p:cNvSpPr txBox="1"/>
          <p:nvPr/>
        </p:nvSpPr>
        <p:spPr>
          <a:xfrm>
            <a:off x="8263758" y="17180857"/>
            <a:ext cx="7854678" cy="1446550"/>
          </a:xfrm>
          <a:prstGeom prst="rect">
            <a:avLst/>
          </a:prstGeom>
          <a:noFill/>
        </p:spPr>
        <p:txBody>
          <a:bodyPr wrap="square" rtlCol="0">
            <a:spAutoFit/>
          </a:bodyPr>
          <a:lstStyle/>
          <a:p>
            <a:r>
              <a:rPr lang="en-US" sz="2200" b="1" dirty="0">
                <a:latin typeface="Arial" panose="020B0604020202020204" pitchFamily="34" charset="0"/>
                <a:cs typeface="Arial" panose="020B0604020202020204" pitchFamily="34" charset="0"/>
              </a:rPr>
              <a:t>Figure 2 </a:t>
            </a:r>
            <a:r>
              <a:rPr lang="en-US" sz="2200" dirty="0">
                <a:latin typeface="Arial" panose="020B0604020202020204" pitchFamily="34" charset="0"/>
                <a:cs typeface="Arial" panose="020B0604020202020204" pitchFamily="34" charset="0"/>
              </a:rPr>
              <a:t>– Vicon Motion Capture System in Biomechanics Lab at Lawrence Tech University – a monitoring system that uses infrared cameras and force plates to gather dynamic angle measurements.</a:t>
            </a:r>
          </a:p>
        </p:txBody>
      </p:sp>
      <p:pic>
        <p:nvPicPr>
          <p:cNvPr id="57" name="Picture 19" descr="https://lh4.googleusercontent.com/8ZydQx4qtSv-qF2HksJ419B9krimHynJ6QlOH1Ac5e6tAQja-CYLwgXy3uRJjcQdS4ui5UCGCTg9roJZSOmrlpHxrawbUugLAh9yrb-xrRY3mQ8dlY3Q2Heksrpwt8vlaPWsK0rLpBQ"/>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9999099" y="13863464"/>
            <a:ext cx="1593602" cy="1281811"/>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a:extLst>
            <a:ext uri="{909E8E84-426E-40DD-AFC4-6F175D3DCCD1}">
              <a14:hiddenFill xmlns:a14="http://schemas.microsoft.com/office/drawing/2010/main">
                <a:solidFill>
                  <a:srgbClr val="FFFFFF"/>
                </a:solidFill>
              </a14:hiddenFill>
            </a:ext>
          </a:extLst>
        </p:spPr>
      </p:pic>
      <p:pic>
        <p:nvPicPr>
          <p:cNvPr id="19" name="Picture 18"/>
          <p:cNvPicPr>
            <a:picLocks noChangeAspect="1"/>
          </p:cNvPicPr>
          <p:nvPr/>
        </p:nvPicPr>
        <p:blipFill rotWithShape="1">
          <a:blip r:embed="rId11">
            <a:extLst>
              <a:ext uri="{28A0092B-C50C-407E-A947-70E740481C1C}">
                <a14:useLocalDpi xmlns:a14="http://schemas.microsoft.com/office/drawing/2010/main" val="0"/>
              </a:ext>
            </a:extLst>
          </a:blip>
          <a:srcRect t="9729"/>
          <a:stretch/>
        </p:blipFill>
        <p:spPr>
          <a:xfrm>
            <a:off x="561470" y="29371537"/>
            <a:ext cx="15427700" cy="11373562"/>
          </a:xfrm>
          <a:prstGeom prst="rect">
            <a:avLst/>
          </a:prstGeom>
        </p:spPr>
      </p:pic>
      <p:sp>
        <p:nvSpPr>
          <p:cNvPr id="20" name="TextBox 19"/>
          <p:cNvSpPr txBox="1"/>
          <p:nvPr/>
        </p:nvSpPr>
        <p:spPr>
          <a:xfrm>
            <a:off x="719958" y="27404740"/>
            <a:ext cx="15087600" cy="1569660"/>
          </a:xfrm>
          <a:prstGeom prst="rect">
            <a:avLst/>
          </a:prstGeom>
          <a:noFill/>
          <a:ln w="57150">
            <a:noFill/>
          </a:ln>
        </p:spPr>
        <p:txBody>
          <a:bodyPr wrap="square" rtlCol="0">
            <a:spAutoFit/>
          </a:bodyPr>
          <a:lstStyle/>
          <a:p>
            <a:pPr marL="571500" indent="-571500">
              <a:buFont typeface="Arial" panose="020B0604020202020204" pitchFamily="34" charset="0"/>
              <a:buChar char="•"/>
            </a:pPr>
            <a:r>
              <a:rPr lang="en-US" sz="3200" dirty="0">
                <a:latin typeface="Arial" panose="020B0604020202020204" pitchFamily="34" charset="0"/>
                <a:cs typeface="Arial" panose="020B0604020202020204" pitchFamily="34" charset="0"/>
              </a:rPr>
              <a:t>The flexible sleeve was the top design in the decision matrix. It ranked the highest in comfort, and is expected to be the lightest and most cost effective. The sleeve would also be the least restricting and least obtrusive option.</a:t>
            </a:r>
          </a:p>
        </p:txBody>
      </p:sp>
      <p:sp>
        <p:nvSpPr>
          <p:cNvPr id="21" name="TextBox 20"/>
          <p:cNvSpPr txBox="1"/>
          <p:nvPr/>
        </p:nvSpPr>
        <p:spPr>
          <a:xfrm>
            <a:off x="687931" y="41581661"/>
            <a:ext cx="15087600" cy="1569660"/>
          </a:xfrm>
          <a:prstGeom prst="rect">
            <a:avLst/>
          </a:prstGeom>
          <a:solidFill>
            <a:schemeClr val="bg1"/>
          </a:solidFill>
          <a:ln w="57150">
            <a:noFill/>
          </a:ln>
        </p:spPr>
        <p:txBody>
          <a:bodyPr wrap="square" rtlCol="0">
            <a:spAutoFit/>
          </a:bodyPr>
          <a:lstStyle/>
          <a:p>
            <a:pPr marL="571500" indent="-571500">
              <a:buFont typeface="Arial" panose="020B0604020202020204" pitchFamily="34" charset="0"/>
              <a:buChar char="•"/>
            </a:pPr>
            <a:r>
              <a:rPr lang="en-US" sz="3200" dirty="0">
                <a:latin typeface="Arial" panose="020B0604020202020204" pitchFamily="34" charset="0"/>
                <a:cs typeface="Arial" panose="020B0604020202020204" pitchFamily="34" charset="0"/>
              </a:rPr>
              <a:t>Two </a:t>
            </a:r>
            <a:r>
              <a:rPr lang="en-US" sz="3200" dirty="0" err="1">
                <a:latin typeface="Arial" panose="020B0604020202020204" pitchFamily="34" charset="0"/>
                <a:cs typeface="Arial" panose="020B0604020202020204" pitchFamily="34" charset="0"/>
              </a:rPr>
              <a:t>Adafruit</a:t>
            </a:r>
            <a:r>
              <a:rPr lang="en-US" sz="3200" dirty="0">
                <a:latin typeface="Arial" panose="020B0604020202020204" pitchFamily="34" charset="0"/>
                <a:cs typeface="Arial" panose="020B0604020202020204" pitchFamily="34" charset="0"/>
              </a:rPr>
              <a:t> BNO055 Absolute Orientation Sensors, which include an accelerometer, gyroscope, and magnetometer are placed on the sleeve, above and below the knee. </a:t>
            </a:r>
          </a:p>
        </p:txBody>
      </p:sp>
      <p:sp>
        <p:nvSpPr>
          <p:cNvPr id="22" name="TextBox 21"/>
          <p:cNvSpPr txBox="1"/>
          <p:nvPr/>
        </p:nvSpPr>
        <p:spPr>
          <a:xfrm>
            <a:off x="17139730" y="20268437"/>
            <a:ext cx="15087600" cy="1865126"/>
          </a:xfrm>
          <a:prstGeom prst="rect">
            <a:avLst/>
          </a:prstGeom>
          <a:noFill/>
          <a:ln w="57150">
            <a:noFill/>
          </a:ln>
        </p:spPr>
        <p:txBody>
          <a:bodyPr wrap="square" rtlCol="0">
            <a:spAutoFit/>
          </a:bodyPr>
          <a:lstStyle/>
          <a:p>
            <a:pPr marL="571500" indent="-571500">
              <a:lnSpc>
                <a:spcPct val="120000"/>
              </a:lnSpc>
              <a:buFont typeface="Arial" panose="020B0604020202020204" pitchFamily="34" charset="0"/>
              <a:buChar char="•"/>
            </a:pPr>
            <a:r>
              <a:rPr lang="en-US" sz="3200" dirty="0">
                <a:latin typeface="Arial" panose="020B0604020202020204" pitchFamily="34" charset="0"/>
                <a:cs typeface="Arial" panose="020B0604020202020204" pitchFamily="34" charset="0"/>
              </a:rPr>
              <a:t>Preliminary testing was performed by having a subject wear the prototype and walk. Knee flexion/ extension angles and </a:t>
            </a:r>
            <a:r>
              <a:rPr lang="en-US" sz="3200" dirty="0" err="1">
                <a:latin typeface="Arial" panose="020B0604020202020204" pitchFamily="34" charset="0"/>
                <a:cs typeface="Arial" panose="020B0604020202020204" pitchFamily="34" charset="0"/>
              </a:rPr>
              <a:t>tibial</a:t>
            </a:r>
            <a:r>
              <a:rPr lang="en-US" sz="3200" dirty="0">
                <a:latin typeface="Arial" panose="020B0604020202020204" pitchFamily="34" charset="0"/>
                <a:cs typeface="Arial" panose="020B0604020202020204" pitchFamily="34" charset="0"/>
              </a:rPr>
              <a:t> acceleration values were recorded.</a:t>
            </a:r>
          </a:p>
        </p:txBody>
      </p:sp>
      <p:sp>
        <p:nvSpPr>
          <p:cNvPr id="23" name="TextBox 22"/>
          <p:cNvSpPr txBox="1"/>
          <p:nvPr/>
        </p:nvSpPr>
        <p:spPr>
          <a:xfrm>
            <a:off x="17122621" y="28290076"/>
            <a:ext cx="15087600" cy="3637919"/>
          </a:xfrm>
          <a:prstGeom prst="rect">
            <a:avLst/>
          </a:prstGeom>
          <a:noFill/>
          <a:ln w="57150">
            <a:noFill/>
          </a:ln>
        </p:spPr>
        <p:txBody>
          <a:bodyPr wrap="square" rtlCol="0">
            <a:spAutoFit/>
          </a:bodyPr>
          <a:lstStyle/>
          <a:p>
            <a:pPr marL="571500" indent="-571500">
              <a:lnSpc>
                <a:spcPct val="120000"/>
              </a:lnSpc>
              <a:buFont typeface="Arial" panose="020B0604020202020204" pitchFamily="34" charset="0"/>
              <a:buChar char="•"/>
            </a:pPr>
            <a:r>
              <a:rPr lang="en-US" sz="3200" dirty="0">
                <a:latin typeface="Arial" panose="020B0604020202020204" pitchFamily="34" charset="0"/>
                <a:cs typeface="Arial" panose="020B0604020202020204" pitchFamily="34" charset="0"/>
              </a:rPr>
              <a:t>Future testing will include validation testing with the </a:t>
            </a:r>
            <a:r>
              <a:rPr lang="en-US" sz="3200" dirty="0" err="1">
                <a:latin typeface="Arial" panose="020B0604020202020204" pitchFamily="34" charset="0"/>
                <a:cs typeface="Arial" panose="020B0604020202020204" pitchFamily="34" charset="0"/>
              </a:rPr>
              <a:t>Vicon</a:t>
            </a:r>
            <a:r>
              <a:rPr lang="en-US" sz="3200" dirty="0">
                <a:latin typeface="Arial" panose="020B0604020202020204" pitchFamily="34" charset="0"/>
                <a:cs typeface="Arial" panose="020B0604020202020204" pitchFamily="34" charset="0"/>
              </a:rPr>
              <a:t> motion capture system. The device will be worn and movements will be recorded by the sensors and the </a:t>
            </a:r>
            <a:r>
              <a:rPr lang="en-US" sz="3200" dirty="0" err="1">
                <a:latin typeface="Arial" panose="020B0604020202020204" pitchFamily="34" charset="0"/>
                <a:cs typeface="Arial" panose="020B0604020202020204" pitchFamily="34" charset="0"/>
              </a:rPr>
              <a:t>Vicon</a:t>
            </a:r>
            <a:r>
              <a:rPr lang="en-US" sz="3200" dirty="0">
                <a:latin typeface="Arial" panose="020B0604020202020204" pitchFamily="34" charset="0"/>
                <a:cs typeface="Arial" panose="020B0604020202020204" pitchFamily="34" charset="0"/>
              </a:rPr>
              <a:t> system. Flexion/ extension angles and vertical ground reaction forces will be compared between the device and the </a:t>
            </a:r>
            <a:r>
              <a:rPr lang="en-US" sz="3200" dirty="0" err="1">
                <a:latin typeface="Arial" panose="020B0604020202020204" pitchFamily="34" charset="0"/>
                <a:cs typeface="Arial" panose="020B0604020202020204" pitchFamily="34" charset="0"/>
              </a:rPr>
              <a:t>Vicon</a:t>
            </a:r>
            <a:r>
              <a:rPr lang="en-US" sz="3200" dirty="0">
                <a:latin typeface="Arial" panose="020B0604020202020204" pitchFamily="34" charset="0"/>
                <a:cs typeface="Arial" panose="020B0604020202020204" pitchFamily="34" charset="0"/>
              </a:rPr>
              <a:t> system.</a:t>
            </a:r>
          </a:p>
          <a:p>
            <a:pPr marL="571500" indent="-571500">
              <a:lnSpc>
                <a:spcPct val="120000"/>
              </a:lnSpc>
              <a:buFont typeface="Arial" panose="020B0604020202020204" pitchFamily="34" charset="0"/>
              <a:buChar char="•"/>
            </a:pPr>
            <a:r>
              <a:rPr lang="en-US" sz="3200" dirty="0">
                <a:latin typeface="Arial" panose="020B0604020202020204" pitchFamily="34" charset="0"/>
                <a:cs typeface="Arial" panose="020B0604020202020204" pitchFamily="34" charset="0"/>
              </a:rPr>
              <a:t>The device will be worn while walking, running, and jumping. </a:t>
            </a:r>
            <a:r>
              <a:rPr lang="en-US" sz="3200" dirty="0" err="1">
                <a:latin typeface="Arial" panose="020B0604020202020204" pitchFamily="34" charset="0"/>
                <a:cs typeface="Arial" panose="020B0604020202020204" pitchFamily="34" charset="0"/>
              </a:rPr>
              <a:t>Tibial</a:t>
            </a:r>
            <a:r>
              <a:rPr lang="en-US" sz="3200" dirty="0">
                <a:latin typeface="Arial" panose="020B0604020202020204" pitchFamily="34" charset="0"/>
                <a:cs typeface="Arial" panose="020B0604020202020204" pitchFamily="34" charset="0"/>
              </a:rPr>
              <a:t> acceleration and knee flexion angles can be compared between the three movements.</a:t>
            </a:r>
          </a:p>
        </p:txBody>
      </p:sp>
      <p:sp>
        <p:nvSpPr>
          <p:cNvPr id="38" name="TextBox 37"/>
          <p:cNvSpPr txBox="1"/>
          <p:nvPr/>
        </p:nvSpPr>
        <p:spPr>
          <a:xfrm>
            <a:off x="17579236" y="5376276"/>
            <a:ext cx="5808302" cy="646331"/>
          </a:xfrm>
          <a:prstGeom prst="rect">
            <a:avLst/>
          </a:prstGeom>
          <a:noFill/>
          <a:ln w="57150">
            <a:noFill/>
          </a:ln>
        </p:spPr>
        <p:txBody>
          <a:bodyPr wrap="square" rtlCol="0">
            <a:spAutoFit/>
          </a:bodyPr>
          <a:lstStyle/>
          <a:p>
            <a:r>
              <a:rPr lang="en-US" sz="3600" dirty="0">
                <a:latin typeface="Arial" panose="020B0604020202020204" pitchFamily="34" charset="0"/>
                <a:cs typeface="Arial" panose="020B0604020202020204" pitchFamily="34" charset="0"/>
              </a:rPr>
              <a:t>System Diagram</a:t>
            </a:r>
          </a:p>
        </p:txBody>
      </p:sp>
      <p:pic>
        <p:nvPicPr>
          <p:cNvPr id="62" name="Picture 61"/>
          <p:cNvPicPr/>
          <p:nvPr/>
        </p:nvPicPr>
        <p:blipFill rotWithShape="1">
          <a:blip r:embed="rId12"/>
          <a:srcRect l="868"/>
          <a:stretch/>
        </p:blipFill>
        <p:spPr bwMode="auto">
          <a:xfrm>
            <a:off x="18668893" y="5964432"/>
            <a:ext cx="11751835" cy="3791037"/>
          </a:xfrm>
          <a:prstGeom prst="rect">
            <a:avLst/>
          </a:prstGeom>
          <a:ln>
            <a:noFill/>
          </a:ln>
          <a:extLst>
            <a:ext uri="{53640926-AAD7-44D8-BBD7-CCE9431645EC}">
              <a14:shadowObscured xmlns:a14="http://schemas.microsoft.com/office/drawing/2010/main"/>
            </a:ext>
          </a:extLst>
        </p:spPr>
      </p:pic>
      <p:sp>
        <p:nvSpPr>
          <p:cNvPr id="39" name="TextBox 38"/>
          <p:cNvSpPr txBox="1"/>
          <p:nvPr/>
        </p:nvSpPr>
        <p:spPr>
          <a:xfrm>
            <a:off x="922896" y="9703416"/>
            <a:ext cx="15087600" cy="4204228"/>
          </a:xfrm>
          <a:prstGeom prst="rect">
            <a:avLst/>
          </a:prstGeom>
          <a:noFill/>
          <a:ln w="57150">
            <a:noFill/>
          </a:ln>
        </p:spPr>
        <p:txBody>
          <a:bodyPr wrap="square" rtlCol="0">
            <a:spAutoFit/>
          </a:bodyPr>
          <a:lstStyle/>
          <a:p>
            <a:pPr marL="365760" lvl="0" indent="-571500">
              <a:lnSpc>
                <a:spcPct val="120000"/>
              </a:lnSpc>
              <a:buFont typeface="Arial" panose="020B0604020202020204" pitchFamily="34" charset="0"/>
              <a:buChar char="•"/>
            </a:pPr>
            <a:r>
              <a:rPr lang="en-US" sz="3200" dirty="0">
                <a:latin typeface="Arial" panose="020B0604020202020204" pitchFamily="34" charset="0"/>
                <a:cs typeface="Arial" panose="020B0604020202020204" pitchFamily="34" charset="0"/>
              </a:rPr>
              <a:t>Anterior Cruciate Ligament (ACL) Injuries are a common sports injury that occur when the ligament of an individual is compromised due to compressive loading, valgus bending, and/or internal rotation of the tibia.</a:t>
            </a:r>
          </a:p>
          <a:p>
            <a:pPr marL="365760" lvl="0" indent="-571500">
              <a:lnSpc>
                <a:spcPct val="120000"/>
              </a:lnSpc>
              <a:buFont typeface="Arial" panose="020B0604020202020204" pitchFamily="34" charset="0"/>
              <a:buChar char="•"/>
            </a:pPr>
            <a:r>
              <a:rPr lang="en-US" sz="3200" dirty="0">
                <a:latin typeface="Arial" panose="020B0604020202020204" pitchFamily="34" charset="0"/>
                <a:cs typeface="Arial" panose="020B0604020202020204" pitchFamily="34" charset="0"/>
              </a:rPr>
              <a:t>Roughly 100,00 to 250,000 ACL tears are reported annually in the United States. About half require reconstructive surgery. </a:t>
            </a:r>
          </a:p>
          <a:p>
            <a:pPr marL="365760" lvl="0" indent="-571500">
              <a:lnSpc>
                <a:spcPct val="120000"/>
              </a:lnSpc>
              <a:buFont typeface="Arial" panose="020B0604020202020204" pitchFamily="34" charset="0"/>
              <a:buChar char="•"/>
            </a:pPr>
            <a:r>
              <a:rPr lang="en-US" sz="3200" dirty="0">
                <a:latin typeface="Arial" panose="020B0604020202020204" pitchFamily="34" charset="0"/>
                <a:cs typeface="Arial" panose="020B0604020202020204" pitchFamily="34" charset="0"/>
              </a:rPr>
              <a:t>Current on the market solutions are expensive and/or immobile</a:t>
            </a:r>
            <a:r>
              <a:rPr lang="en-US" sz="3600" dirty="0">
                <a:latin typeface="Arial" panose="020B0604020202020204" pitchFamily="34" charset="0"/>
                <a:cs typeface="Arial" panose="020B0604020202020204" pitchFamily="34" charset="0"/>
              </a:rPr>
              <a:t>. </a:t>
            </a:r>
            <a:endParaRPr lang="en-US" sz="2400" dirty="0"/>
          </a:p>
          <a:p>
            <a:pPr marL="457200" indent="-457200">
              <a:buFont typeface="Arial" panose="020B0604020202020204" pitchFamily="34" charset="0"/>
              <a:buChar char="•"/>
            </a:pPr>
            <a:endParaRPr lang="en-US" sz="3200" dirty="0">
              <a:latin typeface="Arial" panose="020B0604020202020204" pitchFamily="34" charset="0"/>
              <a:cs typeface="Arial" panose="020B0604020202020204" pitchFamily="34" charset="0"/>
            </a:endParaRPr>
          </a:p>
        </p:txBody>
      </p:sp>
      <p:sp>
        <p:nvSpPr>
          <p:cNvPr id="40" name="TextBox 39"/>
          <p:cNvSpPr txBox="1"/>
          <p:nvPr/>
        </p:nvSpPr>
        <p:spPr>
          <a:xfrm>
            <a:off x="17104697" y="38222717"/>
            <a:ext cx="15087600" cy="1865126"/>
          </a:xfrm>
          <a:prstGeom prst="rect">
            <a:avLst/>
          </a:prstGeom>
          <a:noFill/>
          <a:ln w="57150">
            <a:noFill/>
          </a:ln>
        </p:spPr>
        <p:txBody>
          <a:bodyPr wrap="square" rtlCol="0">
            <a:spAutoFit/>
          </a:bodyPr>
          <a:lstStyle/>
          <a:p>
            <a:pPr marL="571500" lvl="0" indent="-571500">
              <a:lnSpc>
                <a:spcPct val="120000"/>
              </a:lnSpc>
              <a:buFont typeface="Arial" panose="020B0604020202020204" pitchFamily="34" charset="0"/>
              <a:buChar char="•"/>
            </a:pPr>
            <a:r>
              <a:rPr lang="en-US" sz="3200" dirty="0">
                <a:ln w="0"/>
                <a:latin typeface="Arial" panose="020B0604020202020204" pitchFamily="34" charset="0"/>
                <a:ea typeface="Open Sans" panose="020B0606030504020204" pitchFamily="34" charset="0"/>
                <a:cs typeface="Arial" panose="020B0604020202020204" pitchFamily="34" charset="0"/>
              </a:rPr>
              <a:t>Additional parametric thresholds for added applicability and accuracy. </a:t>
            </a:r>
          </a:p>
          <a:p>
            <a:pPr marL="571500" lvl="0" indent="-571500">
              <a:lnSpc>
                <a:spcPct val="120000"/>
              </a:lnSpc>
              <a:buFont typeface="Arial" panose="020B0604020202020204" pitchFamily="34" charset="0"/>
              <a:buChar char="•"/>
            </a:pPr>
            <a:r>
              <a:rPr lang="en-US" sz="3200" dirty="0">
                <a:ln w="0"/>
                <a:latin typeface="Arial" panose="020B0604020202020204" pitchFamily="34" charset="0"/>
                <a:ea typeface="Open Sans" panose="020B0606030504020204" pitchFamily="34" charset="0"/>
                <a:cs typeface="Arial" panose="020B0604020202020204" pitchFamily="34" charset="0"/>
              </a:rPr>
              <a:t>Bluetooth/ wireless enabled for free range monitoring. </a:t>
            </a:r>
          </a:p>
          <a:p>
            <a:pPr marL="571500" lvl="0" indent="-571500">
              <a:lnSpc>
                <a:spcPct val="120000"/>
              </a:lnSpc>
              <a:buFont typeface="Arial" panose="020B0604020202020204" pitchFamily="34" charset="0"/>
              <a:buChar char="•"/>
            </a:pPr>
            <a:r>
              <a:rPr lang="en-US" sz="3200" dirty="0">
                <a:ln w="0"/>
                <a:latin typeface="Arial" panose="020B0604020202020204" pitchFamily="34" charset="0"/>
                <a:ea typeface="Open Sans" panose="020B0606030504020204" pitchFamily="34" charset="0"/>
                <a:cs typeface="Arial" panose="020B0604020202020204" pitchFamily="34" charset="0"/>
              </a:rPr>
              <a:t>Integrated desktop/ smartphone app for easy visualization of data outputs.</a:t>
            </a:r>
          </a:p>
        </p:txBody>
      </p:sp>
      <p:sp>
        <p:nvSpPr>
          <p:cNvPr id="58" name="TextBox 57"/>
          <p:cNvSpPr txBox="1"/>
          <p:nvPr/>
        </p:nvSpPr>
        <p:spPr>
          <a:xfrm>
            <a:off x="16982145" y="34109670"/>
            <a:ext cx="15332704" cy="2554545"/>
          </a:xfrm>
          <a:prstGeom prst="rect">
            <a:avLst/>
          </a:prstGeom>
          <a:noFill/>
          <a:ln w="57150">
            <a:noFill/>
          </a:ln>
        </p:spPr>
        <p:txBody>
          <a:bodyPr wrap="square" rtlCol="0">
            <a:spAutoFit/>
          </a:bodyPr>
          <a:lstStyle/>
          <a:p>
            <a:pPr marL="571500" lvl="0" indent="-571500">
              <a:lnSpc>
                <a:spcPct val="125000"/>
              </a:lnSpc>
              <a:buFont typeface="Arial" panose="020B0604020202020204" pitchFamily="34" charset="0"/>
              <a:buChar char="•"/>
            </a:pPr>
            <a:r>
              <a:rPr lang="en-US" sz="3200" dirty="0">
                <a:ln w="0"/>
                <a:latin typeface="Arial" panose="020B0604020202020204" pitchFamily="34" charset="0"/>
                <a:ea typeface="Open Sans" panose="020B0606030504020204" pitchFamily="34" charset="0"/>
                <a:cs typeface="Arial" panose="020B0604020202020204" pitchFamily="34" charset="0"/>
              </a:rPr>
              <a:t>Using the </a:t>
            </a:r>
            <a:r>
              <a:rPr lang="en-US" sz="3200" dirty="0" err="1">
                <a:ln w="0"/>
                <a:latin typeface="Arial" panose="020B0604020202020204" pitchFamily="34" charset="0"/>
                <a:ea typeface="Open Sans" panose="020B0606030504020204" pitchFamily="34" charset="0"/>
                <a:cs typeface="Arial" panose="020B0604020202020204" pitchFamily="34" charset="0"/>
              </a:rPr>
              <a:t>tibial</a:t>
            </a:r>
            <a:r>
              <a:rPr lang="en-US" sz="3200" dirty="0">
                <a:ln w="0"/>
                <a:latin typeface="Arial" panose="020B0604020202020204" pitchFamily="34" charset="0"/>
                <a:ea typeface="Open Sans" panose="020B0606030504020204" pitchFamily="34" charset="0"/>
                <a:cs typeface="Arial" panose="020B0604020202020204" pitchFamily="34" charset="0"/>
              </a:rPr>
              <a:t> acceleration values, we can find when the foot strikes the ground.</a:t>
            </a:r>
          </a:p>
          <a:p>
            <a:pPr marL="571500" lvl="0" indent="-571500">
              <a:lnSpc>
                <a:spcPct val="125000"/>
              </a:lnSpc>
              <a:buFont typeface="Arial" panose="020B0604020202020204" pitchFamily="34" charset="0"/>
              <a:buChar char="•"/>
            </a:pPr>
            <a:r>
              <a:rPr lang="en-US" sz="3200" dirty="0">
                <a:ln w="0"/>
                <a:latin typeface="Arial" panose="020B0604020202020204" pitchFamily="34" charset="0"/>
                <a:ea typeface="Open Sans" panose="020B0606030504020204" pitchFamily="34" charset="0"/>
                <a:cs typeface="Arial" panose="020B0604020202020204" pitchFamily="34" charset="0"/>
              </a:rPr>
              <a:t>Upon foot strike, the knee flexion angle will be recoded, along with a minimum knee flexion angle. These values can be used to calculate the knee flexion range of motion.</a:t>
            </a:r>
          </a:p>
        </p:txBody>
      </p:sp>
      <p:pic>
        <p:nvPicPr>
          <p:cNvPr id="59" name="Picture 58"/>
          <p:cNvPicPr>
            <a:picLocks noChangeAspect="1"/>
          </p:cNvPicPr>
          <p:nvPr/>
        </p:nvPicPr>
        <p:blipFill rotWithShape="1">
          <a:blip r:embed="rId13"/>
          <a:srcRect l="2040" t="2415" r="1788" b="3690"/>
          <a:stretch/>
        </p:blipFill>
        <p:spPr>
          <a:xfrm>
            <a:off x="24777379" y="22439376"/>
            <a:ext cx="7700211" cy="4572000"/>
          </a:xfrm>
          <a:prstGeom prst="rect">
            <a:avLst/>
          </a:prstGeom>
          <a:ln>
            <a:solidFill>
              <a:schemeClr val="tx1"/>
            </a:solidFill>
          </a:ln>
        </p:spPr>
      </p:pic>
      <p:pic>
        <p:nvPicPr>
          <p:cNvPr id="60" name="Picture 59"/>
          <p:cNvPicPr>
            <a:picLocks noChangeAspect="1"/>
          </p:cNvPicPr>
          <p:nvPr/>
        </p:nvPicPr>
        <p:blipFill rotWithShape="1">
          <a:blip r:embed="rId14"/>
          <a:srcRect l="2195" t="2548" r="2771" b="5549"/>
          <a:stretch/>
        </p:blipFill>
        <p:spPr>
          <a:xfrm>
            <a:off x="16875290" y="22439317"/>
            <a:ext cx="7708069" cy="4572000"/>
          </a:xfrm>
          <a:prstGeom prst="rect">
            <a:avLst/>
          </a:prstGeom>
          <a:ln>
            <a:solidFill>
              <a:schemeClr val="tx1"/>
            </a:solidFill>
          </a:ln>
        </p:spPr>
      </p:pic>
    </p:spTree>
    <p:extLst>
      <p:ext uri="{BB962C8B-B14F-4D97-AF65-F5344CB8AC3E}">
        <p14:creationId xmlns:p14="http://schemas.microsoft.com/office/powerpoint/2010/main" val="1611047806"/>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txDef>
      <a:spPr>
        <a:solidFill>
          <a:schemeClr val="bg1"/>
        </a:solidFill>
        <a:ln w="57150">
          <a:solidFill>
            <a:schemeClr val="tx1"/>
          </a:solidFill>
        </a:ln>
      </a:spPr>
      <a:bodyPr wrap="square" rtlCol="0">
        <a:spAutoFit/>
      </a:bodyPr>
      <a:lstStyle>
        <a:defPPr marL="457200" indent="-457200">
          <a:buFont typeface="Arial" panose="020B0604020202020204" pitchFamily="34" charset="0"/>
          <a:buChar char="•"/>
          <a:defRPr sz="3200" dirty="0" smtClean="0">
            <a:latin typeface="Arial" panose="020B0604020202020204" pitchFamily="34" charset="0"/>
            <a:cs typeface="Arial" panose="020B0604020202020204" pitchFamily="34" charset="0"/>
          </a:defRPr>
        </a:defPPr>
      </a:lstStyle>
    </a:tx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3981</TotalTime>
  <Words>590</Words>
  <Application>Microsoft Office PowerPoint</Application>
  <PresentationFormat>Custom</PresentationFormat>
  <Paragraphs>137</Paragraphs>
  <Slides>1</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vt:i4>
      </vt:variant>
    </vt:vector>
  </HeadingPairs>
  <TitlesOfParts>
    <vt:vector size="6" baseType="lpstr">
      <vt:lpstr>Arial</vt:lpstr>
      <vt:lpstr>Calibri</vt:lpstr>
      <vt:lpstr>Calibri Light</vt:lpstr>
      <vt:lpstr>Open Sans</vt:lpstr>
      <vt:lpstr>Office Theme</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Windows User</dc:creator>
  <cp:lastModifiedBy>Eric Meyer</cp:lastModifiedBy>
  <cp:revision>150</cp:revision>
  <dcterms:created xsi:type="dcterms:W3CDTF">2018-04-04T01:41:42Z</dcterms:created>
  <dcterms:modified xsi:type="dcterms:W3CDTF">2026-10-02T14:34:27Z</dcterms:modified>
</cp:coreProperties>
</file>